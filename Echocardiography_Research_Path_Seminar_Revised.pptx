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71" r:id="rId4"/>
    <p:sldId id="284" r:id="rId5"/>
    <p:sldId id="261" r:id="rId6"/>
    <p:sldId id="289" r:id="rId7"/>
    <p:sldId id="262" r:id="rId8"/>
    <p:sldId id="274" r:id="rId9"/>
    <p:sldId id="285" r:id="rId10"/>
    <p:sldId id="277" r:id="rId11"/>
    <p:sldId id="265" r:id="rId12"/>
    <p:sldId id="279" r:id="rId13"/>
    <p:sldId id="286" r:id="rId14"/>
    <p:sldId id="278" r:id="rId15"/>
    <p:sldId id="287" r:id="rId16"/>
    <p:sldId id="266" r:id="rId17"/>
    <p:sldId id="288" r:id="rId18"/>
    <p:sldId id="28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18"/>
    <p:restoredTop sz="73029"/>
  </p:normalViewPr>
  <p:slideViewPr>
    <p:cSldViewPr snapToGrid="0">
      <p:cViewPr varScale="1">
        <p:scale>
          <a:sx n="89" d="100"/>
          <a:sy n="89" d="100"/>
        </p:scale>
        <p:origin x="156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0F66C6-1AD3-CE46-9EEB-73B067B27DFF}" type="doc">
      <dgm:prSet loTypeId="urn:microsoft.com/office/officeart/2005/8/layout/hProcess4" loCatId="" qsTypeId="urn:microsoft.com/office/officeart/2005/8/quickstyle/simple1" qsCatId="simple" csTypeId="urn:microsoft.com/office/officeart/2005/8/colors/accent1_2" csCatId="accent1" phldr="1"/>
      <dgm:spPr/>
      <dgm:t>
        <a:bodyPr/>
        <a:lstStyle/>
        <a:p>
          <a:endParaRPr lang="en-US"/>
        </a:p>
      </dgm:t>
    </dgm:pt>
    <dgm:pt modelId="{68B61F27-D15F-CA4C-A3C5-AC21D9399CA9}">
      <dgm:prSet phldrT="[Text]"/>
      <dgm:spPr/>
      <dgm:t>
        <a:bodyPr/>
        <a:lstStyle/>
        <a:p>
          <a:r>
            <a:rPr lang="en-US" b="1" dirty="0">
              <a:solidFill>
                <a:schemeClr val="tx1"/>
              </a:solidFill>
              <a:latin typeface="Bitstream Charter"/>
              <a:ea typeface="Bitstream Charter"/>
              <a:cs typeface="Bitstream Charter"/>
            </a:rPr>
            <a:t>ORIGINAL AIM</a:t>
          </a:r>
          <a:endParaRPr lang="en-US" dirty="0">
            <a:solidFill>
              <a:schemeClr val="tx1"/>
            </a:solidFill>
          </a:endParaRPr>
        </a:p>
      </dgm:t>
    </dgm:pt>
    <dgm:pt modelId="{6C2BFDC7-4F17-B542-A733-9D9A59A0BF5F}" type="parTrans" cxnId="{6075DE86-2844-F643-BDD1-866B589DB4B6}">
      <dgm:prSet/>
      <dgm:spPr/>
      <dgm:t>
        <a:bodyPr/>
        <a:lstStyle/>
        <a:p>
          <a:endParaRPr lang="en-US"/>
        </a:p>
      </dgm:t>
    </dgm:pt>
    <dgm:pt modelId="{7748DCE4-2E33-6E4C-BEF1-BB0A65C5FD7A}" type="sibTrans" cxnId="{6075DE86-2844-F643-BDD1-866B589DB4B6}">
      <dgm:prSet/>
      <dgm:spPr/>
      <dgm:t>
        <a:bodyPr/>
        <a:lstStyle/>
        <a:p>
          <a:endParaRPr lang="en-US"/>
        </a:p>
      </dgm:t>
    </dgm:pt>
    <dgm:pt modelId="{BD74BD7F-EF22-D54E-8B0F-89342248836B}">
      <dgm:prSet phldrT="[Text]"/>
      <dgm:spPr/>
      <dgm:t>
        <a:bodyPr/>
        <a:lstStyle/>
        <a:p>
          <a:pPr algn="l">
            <a:buNone/>
          </a:pPr>
          <a:r>
            <a:rPr lang="en-US" b="1" dirty="0">
              <a:solidFill>
                <a:srgbClr val="173249"/>
              </a:solidFill>
              <a:latin typeface="Bitstream Charter"/>
              <a:ea typeface="Bitstream Charter"/>
              <a:cs typeface="Bitstream Charter"/>
            </a:rPr>
            <a:t>   Can an early echo predict future HFpEF?</a:t>
          </a:r>
          <a:endParaRPr lang="en-US" dirty="0"/>
        </a:p>
      </dgm:t>
    </dgm:pt>
    <dgm:pt modelId="{1CEF16E7-71A8-EE44-8B78-8FCFE05018FB}" type="parTrans" cxnId="{C323933F-5C85-0D40-8A13-49CB3DDE2061}">
      <dgm:prSet/>
      <dgm:spPr/>
      <dgm:t>
        <a:bodyPr/>
        <a:lstStyle/>
        <a:p>
          <a:endParaRPr lang="en-US"/>
        </a:p>
      </dgm:t>
    </dgm:pt>
    <dgm:pt modelId="{F08F30A1-B310-3141-A728-D7A0679BE8AD}" type="sibTrans" cxnId="{C323933F-5C85-0D40-8A13-49CB3DDE2061}">
      <dgm:prSet/>
      <dgm:spPr/>
      <dgm:t>
        <a:bodyPr/>
        <a:lstStyle/>
        <a:p>
          <a:endParaRPr lang="en-US"/>
        </a:p>
      </dgm:t>
    </dgm:pt>
    <dgm:pt modelId="{2E45C804-454F-2748-84B2-760B7E132B04}">
      <dgm:prSet phldrT="[Text]"/>
      <dgm:spPr>
        <a:ln>
          <a:solidFill>
            <a:schemeClr val="bg1">
              <a:lumMod val="95000"/>
            </a:schemeClr>
          </a:solidFill>
        </a:ln>
      </dgm:spPr>
      <dgm:t>
        <a:bodyPr/>
        <a:lstStyle/>
        <a:p>
          <a:r>
            <a:rPr lang="en-US" b="1" dirty="0">
              <a:solidFill>
                <a:schemeClr val="tx1"/>
              </a:solidFill>
              <a:latin typeface="Bitstream Charter"/>
              <a:ea typeface="Bitstream Charter"/>
              <a:cs typeface="Bitstream Charter"/>
            </a:rPr>
            <a:t>ANSWERABLE NOW</a:t>
          </a:r>
          <a:endParaRPr lang="en-US" dirty="0">
            <a:solidFill>
              <a:schemeClr val="tx1"/>
            </a:solidFill>
          </a:endParaRPr>
        </a:p>
      </dgm:t>
    </dgm:pt>
    <dgm:pt modelId="{1344914A-6D7C-F144-855F-69C958B828AB}" type="parTrans" cxnId="{8725BE44-F16C-8C47-9692-DB2ECBC0233D}">
      <dgm:prSet/>
      <dgm:spPr/>
      <dgm:t>
        <a:bodyPr/>
        <a:lstStyle/>
        <a:p>
          <a:endParaRPr lang="en-US"/>
        </a:p>
      </dgm:t>
    </dgm:pt>
    <dgm:pt modelId="{27DE6339-6691-E641-A849-95AF1C0E2966}" type="sibTrans" cxnId="{8725BE44-F16C-8C47-9692-DB2ECBC0233D}">
      <dgm:prSet/>
      <dgm:spPr/>
      <dgm:t>
        <a:bodyPr/>
        <a:lstStyle/>
        <a:p>
          <a:endParaRPr lang="en-US"/>
        </a:p>
      </dgm:t>
    </dgm:pt>
    <dgm:pt modelId="{FAC5A0A3-F12B-7A4E-A318-490816C7C7FD}">
      <dgm:prSet phldrT="[Text]"/>
      <dgm:spPr/>
      <dgm:t>
        <a:bodyPr/>
        <a:lstStyle/>
        <a:p>
          <a:pPr>
            <a:buNone/>
          </a:pPr>
          <a:r>
            <a:rPr lang="en-US" b="1" dirty="0">
              <a:solidFill>
                <a:srgbClr val="245D78"/>
              </a:solidFill>
              <a:latin typeface="Bitstream Charter"/>
              <a:ea typeface="Bitstream Charter"/>
              <a:cs typeface="Bitstream Charter"/>
            </a:rPr>
            <a:t>What distinguishes HFpEF in an existing echo video?</a:t>
          </a:r>
          <a:endParaRPr lang="en-US" dirty="0"/>
        </a:p>
      </dgm:t>
    </dgm:pt>
    <dgm:pt modelId="{A2869FE7-32EB-0E49-85B4-1E99BE8034C2}" type="parTrans" cxnId="{09AEA4DC-62DC-7F40-9276-C04F59C9C6D8}">
      <dgm:prSet/>
      <dgm:spPr/>
      <dgm:t>
        <a:bodyPr/>
        <a:lstStyle/>
        <a:p>
          <a:endParaRPr lang="en-US"/>
        </a:p>
      </dgm:t>
    </dgm:pt>
    <dgm:pt modelId="{61EA093D-9894-B043-AAC6-4A45044A407C}" type="sibTrans" cxnId="{09AEA4DC-62DC-7F40-9276-C04F59C9C6D8}">
      <dgm:prSet/>
      <dgm:spPr/>
      <dgm:t>
        <a:bodyPr/>
        <a:lstStyle/>
        <a:p>
          <a:endParaRPr lang="en-US"/>
        </a:p>
      </dgm:t>
    </dgm:pt>
    <dgm:pt modelId="{8A5AADCA-7492-3140-B71A-592859D9B685}" type="pres">
      <dgm:prSet presAssocID="{9E0F66C6-1AD3-CE46-9EEB-73B067B27DFF}" presName="Name0" presStyleCnt="0">
        <dgm:presLayoutVars>
          <dgm:dir/>
          <dgm:animLvl val="lvl"/>
          <dgm:resizeHandles val="exact"/>
        </dgm:presLayoutVars>
      </dgm:prSet>
      <dgm:spPr/>
    </dgm:pt>
    <dgm:pt modelId="{9DB2437B-BC60-D243-A389-3DD1C7ECAA91}" type="pres">
      <dgm:prSet presAssocID="{9E0F66C6-1AD3-CE46-9EEB-73B067B27DFF}" presName="tSp" presStyleCnt="0"/>
      <dgm:spPr/>
    </dgm:pt>
    <dgm:pt modelId="{8A9621DA-E9C7-1546-932F-D2771A52F2ED}" type="pres">
      <dgm:prSet presAssocID="{9E0F66C6-1AD3-CE46-9EEB-73B067B27DFF}" presName="bSp" presStyleCnt="0"/>
      <dgm:spPr/>
    </dgm:pt>
    <dgm:pt modelId="{0FA6B105-318D-2843-B771-AF24F555DE68}" type="pres">
      <dgm:prSet presAssocID="{9E0F66C6-1AD3-CE46-9EEB-73B067B27DFF}" presName="process" presStyleCnt="0"/>
      <dgm:spPr/>
    </dgm:pt>
    <dgm:pt modelId="{A82190EC-D8CE-D048-902A-458C13F08196}" type="pres">
      <dgm:prSet presAssocID="{68B61F27-D15F-CA4C-A3C5-AC21D9399CA9}" presName="composite1" presStyleCnt="0"/>
      <dgm:spPr/>
    </dgm:pt>
    <dgm:pt modelId="{A7E52940-3D51-9A4A-8CFF-FE25F7E6BA6C}" type="pres">
      <dgm:prSet presAssocID="{68B61F27-D15F-CA4C-A3C5-AC21D9399CA9}" presName="dummyNode1" presStyleLbl="node1" presStyleIdx="0" presStyleCnt="2"/>
      <dgm:spPr/>
    </dgm:pt>
    <dgm:pt modelId="{09F0EC0F-72B6-C046-B8C9-E1E2388A25CB}" type="pres">
      <dgm:prSet presAssocID="{68B61F27-D15F-CA4C-A3C5-AC21D9399CA9}" presName="childNode1" presStyleLbl="bgAcc1" presStyleIdx="0" presStyleCnt="2" custLinFactNeighborY="-10440">
        <dgm:presLayoutVars>
          <dgm:bulletEnabled val="1"/>
        </dgm:presLayoutVars>
      </dgm:prSet>
      <dgm:spPr/>
    </dgm:pt>
    <dgm:pt modelId="{BFD3D11A-24AD-B548-8F92-C5C1DBB72539}" type="pres">
      <dgm:prSet presAssocID="{68B61F27-D15F-CA4C-A3C5-AC21D9399CA9}" presName="childNode1tx" presStyleLbl="bgAcc1" presStyleIdx="0" presStyleCnt="2">
        <dgm:presLayoutVars>
          <dgm:bulletEnabled val="1"/>
        </dgm:presLayoutVars>
      </dgm:prSet>
      <dgm:spPr/>
    </dgm:pt>
    <dgm:pt modelId="{0FA62EDD-C383-EA4A-8A6E-C5A21DA471D7}" type="pres">
      <dgm:prSet presAssocID="{68B61F27-D15F-CA4C-A3C5-AC21D9399CA9}" presName="parentNode1" presStyleLbl="node1" presStyleIdx="0" presStyleCnt="2">
        <dgm:presLayoutVars>
          <dgm:chMax val="1"/>
          <dgm:bulletEnabled val="1"/>
        </dgm:presLayoutVars>
      </dgm:prSet>
      <dgm:spPr/>
    </dgm:pt>
    <dgm:pt modelId="{3DBFF788-8A59-4948-BC4F-CAA88AB23A22}" type="pres">
      <dgm:prSet presAssocID="{68B61F27-D15F-CA4C-A3C5-AC21D9399CA9}" presName="connSite1" presStyleCnt="0"/>
      <dgm:spPr/>
    </dgm:pt>
    <dgm:pt modelId="{9F4A47B1-3BEF-B546-A62A-04C854B77C28}" type="pres">
      <dgm:prSet presAssocID="{7748DCE4-2E33-6E4C-BEF1-BB0A65C5FD7A}" presName="Name9" presStyleLbl="sibTrans2D1" presStyleIdx="0" presStyleCnt="1" custAng="21397711" custScaleX="186021" custLinFactNeighborX="15999" custLinFactNeighborY="-20959"/>
      <dgm:spPr/>
    </dgm:pt>
    <dgm:pt modelId="{4C2676B0-8DB1-514D-B040-056CB11BEEE4}" type="pres">
      <dgm:prSet presAssocID="{2E45C804-454F-2748-84B2-760B7E132B04}" presName="composite2" presStyleCnt="0"/>
      <dgm:spPr/>
    </dgm:pt>
    <dgm:pt modelId="{9E4D69A1-70E0-0246-90AE-DC54CA8A5A11}" type="pres">
      <dgm:prSet presAssocID="{2E45C804-454F-2748-84B2-760B7E132B04}" presName="dummyNode2" presStyleLbl="node1" presStyleIdx="0" presStyleCnt="2"/>
      <dgm:spPr/>
    </dgm:pt>
    <dgm:pt modelId="{7215A729-2A50-0A4F-B3E9-E3DD6379CD66}" type="pres">
      <dgm:prSet presAssocID="{2E45C804-454F-2748-84B2-760B7E132B04}" presName="childNode2" presStyleLbl="bgAcc1" presStyleIdx="1" presStyleCnt="2" custLinFactNeighborX="-3013" custLinFactNeighborY="24055">
        <dgm:presLayoutVars>
          <dgm:bulletEnabled val="1"/>
        </dgm:presLayoutVars>
      </dgm:prSet>
      <dgm:spPr/>
    </dgm:pt>
    <dgm:pt modelId="{B4979029-75D2-ED4F-9433-F14F2A0ACFF0}" type="pres">
      <dgm:prSet presAssocID="{2E45C804-454F-2748-84B2-760B7E132B04}" presName="childNode2tx" presStyleLbl="bgAcc1" presStyleIdx="1" presStyleCnt="2">
        <dgm:presLayoutVars>
          <dgm:bulletEnabled val="1"/>
        </dgm:presLayoutVars>
      </dgm:prSet>
      <dgm:spPr/>
    </dgm:pt>
    <dgm:pt modelId="{951F4BCF-1C27-9341-B05D-A52A91BB3C8E}" type="pres">
      <dgm:prSet presAssocID="{2E45C804-454F-2748-84B2-760B7E132B04}" presName="parentNode2" presStyleLbl="node1" presStyleIdx="1" presStyleCnt="2" custLinFactNeighborX="-968" custLinFactNeighborY="35714">
        <dgm:presLayoutVars>
          <dgm:chMax val="0"/>
          <dgm:bulletEnabled val="1"/>
        </dgm:presLayoutVars>
      </dgm:prSet>
      <dgm:spPr/>
    </dgm:pt>
    <dgm:pt modelId="{BF31770F-424E-9142-A8DF-E87305711E70}" type="pres">
      <dgm:prSet presAssocID="{2E45C804-454F-2748-84B2-760B7E132B04}" presName="connSite2" presStyleCnt="0"/>
      <dgm:spPr/>
    </dgm:pt>
  </dgm:ptLst>
  <dgm:cxnLst>
    <dgm:cxn modelId="{7DC7F017-9DC7-8D4F-9562-564755827183}" type="presOf" srcId="{7748DCE4-2E33-6E4C-BEF1-BB0A65C5FD7A}" destId="{9F4A47B1-3BEF-B546-A62A-04C854B77C28}" srcOrd="0" destOrd="0" presId="urn:microsoft.com/office/officeart/2005/8/layout/hProcess4"/>
    <dgm:cxn modelId="{1AE8142D-E4F3-9F46-BD9D-7FBE429471B6}" type="presOf" srcId="{9E0F66C6-1AD3-CE46-9EEB-73B067B27DFF}" destId="{8A5AADCA-7492-3140-B71A-592859D9B685}" srcOrd="0" destOrd="0" presId="urn:microsoft.com/office/officeart/2005/8/layout/hProcess4"/>
    <dgm:cxn modelId="{746FAF31-A7E6-8E42-98A2-E83A7D8346C8}" type="presOf" srcId="{BD74BD7F-EF22-D54E-8B0F-89342248836B}" destId="{BFD3D11A-24AD-B548-8F92-C5C1DBB72539}" srcOrd="1" destOrd="0" presId="urn:microsoft.com/office/officeart/2005/8/layout/hProcess4"/>
    <dgm:cxn modelId="{C323933F-5C85-0D40-8A13-49CB3DDE2061}" srcId="{68B61F27-D15F-CA4C-A3C5-AC21D9399CA9}" destId="{BD74BD7F-EF22-D54E-8B0F-89342248836B}" srcOrd="0" destOrd="0" parTransId="{1CEF16E7-71A8-EE44-8B78-8FCFE05018FB}" sibTransId="{F08F30A1-B310-3141-A728-D7A0679BE8AD}"/>
    <dgm:cxn modelId="{8725BE44-F16C-8C47-9692-DB2ECBC0233D}" srcId="{9E0F66C6-1AD3-CE46-9EEB-73B067B27DFF}" destId="{2E45C804-454F-2748-84B2-760B7E132B04}" srcOrd="1" destOrd="0" parTransId="{1344914A-6D7C-F144-855F-69C958B828AB}" sibTransId="{27DE6339-6691-E641-A849-95AF1C0E2966}"/>
    <dgm:cxn modelId="{5B867E7D-DD84-8F4D-B73B-B10F53F7B226}" type="presOf" srcId="{BD74BD7F-EF22-D54E-8B0F-89342248836B}" destId="{09F0EC0F-72B6-C046-B8C9-E1E2388A25CB}" srcOrd="0" destOrd="0" presId="urn:microsoft.com/office/officeart/2005/8/layout/hProcess4"/>
    <dgm:cxn modelId="{62AEB785-36A0-8A45-86E3-780A31A8A3A6}" type="presOf" srcId="{FAC5A0A3-F12B-7A4E-A318-490816C7C7FD}" destId="{B4979029-75D2-ED4F-9433-F14F2A0ACFF0}" srcOrd="1" destOrd="0" presId="urn:microsoft.com/office/officeart/2005/8/layout/hProcess4"/>
    <dgm:cxn modelId="{6075DE86-2844-F643-BDD1-866B589DB4B6}" srcId="{9E0F66C6-1AD3-CE46-9EEB-73B067B27DFF}" destId="{68B61F27-D15F-CA4C-A3C5-AC21D9399CA9}" srcOrd="0" destOrd="0" parTransId="{6C2BFDC7-4F17-B542-A733-9D9A59A0BF5F}" sibTransId="{7748DCE4-2E33-6E4C-BEF1-BB0A65C5FD7A}"/>
    <dgm:cxn modelId="{A533B38E-68C0-6E46-B9F7-97457A00BCBA}" type="presOf" srcId="{FAC5A0A3-F12B-7A4E-A318-490816C7C7FD}" destId="{7215A729-2A50-0A4F-B3E9-E3DD6379CD66}" srcOrd="0" destOrd="0" presId="urn:microsoft.com/office/officeart/2005/8/layout/hProcess4"/>
    <dgm:cxn modelId="{C26B9DCB-23EC-E14D-BDB0-6B6631923221}" type="presOf" srcId="{2E45C804-454F-2748-84B2-760B7E132B04}" destId="{951F4BCF-1C27-9341-B05D-A52A91BB3C8E}" srcOrd="0" destOrd="0" presId="urn:microsoft.com/office/officeart/2005/8/layout/hProcess4"/>
    <dgm:cxn modelId="{09AEA4DC-62DC-7F40-9276-C04F59C9C6D8}" srcId="{2E45C804-454F-2748-84B2-760B7E132B04}" destId="{FAC5A0A3-F12B-7A4E-A318-490816C7C7FD}" srcOrd="0" destOrd="0" parTransId="{A2869FE7-32EB-0E49-85B4-1E99BE8034C2}" sibTransId="{61EA093D-9894-B043-AAC6-4A45044A407C}"/>
    <dgm:cxn modelId="{ED05C9F6-1A17-1B43-878C-84D1E688F006}" type="presOf" srcId="{68B61F27-D15F-CA4C-A3C5-AC21D9399CA9}" destId="{0FA62EDD-C383-EA4A-8A6E-C5A21DA471D7}" srcOrd="0" destOrd="0" presId="urn:microsoft.com/office/officeart/2005/8/layout/hProcess4"/>
    <dgm:cxn modelId="{7AB32280-7780-7448-A813-7CAFDE20E539}" type="presParOf" srcId="{8A5AADCA-7492-3140-B71A-592859D9B685}" destId="{9DB2437B-BC60-D243-A389-3DD1C7ECAA91}" srcOrd="0" destOrd="0" presId="urn:microsoft.com/office/officeart/2005/8/layout/hProcess4"/>
    <dgm:cxn modelId="{D4D1FEB2-A30C-CD49-AADD-E08B2736C35E}" type="presParOf" srcId="{8A5AADCA-7492-3140-B71A-592859D9B685}" destId="{8A9621DA-E9C7-1546-932F-D2771A52F2ED}" srcOrd="1" destOrd="0" presId="urn:microsoft.com/office/officeart/2005/8/layout/hProcess4"/>
    <dgm:cxn modelId="{49B7B788-E47F-7148-AC5E-BD60462A324B}" type="presParOf" srcId="{8A5AADCA-7492-3140-B71A-592859D9B685}" destId="{0FA6B105-318D-2843-B771-AF24F555DE68}" srcOrd="2" destOrd="0" presId="urn:microsoft.com/office/officeart/2005/8/layout/hProcess4"/>
    <dgm:cxn modelId="{0AF9B23F-6568-BE43-A584-75DA8560097D}" type="presParOf" srcId="{0FA6B105-318D-2843-B771-AF24F555DE68}" destId="{A82190EC-D8CE-D048-902A-458C13F08196}" srcOrd="0" destOrd="0" presId="urn:microsoft.com/office/officeart/2005/8/layout/hProcess4"/>
    <dgm:cxn modelId="{8CF5BDDF-15CC-9144-B538-43BAD415BD73}" type="presParOf" srcId="{A82190EC-D8CE-D048-902A-458C13F08196}" destId="{A7E52940-3D51-9A4A-8CFF-FE25F7E6BA6C}" srcOrd="0" destOrd="0" presId="urn:microsoft.com/office/officeart/2005/8/layout/hProcess4"/>
    <dgm:cxn modelId="{3E2BCA2D-2728-AB4B-87B0-4D198B55713C}" type="presParOf" srcId="{A82190EC-D8CE-D048-902A-458C13F08196}" destId="{09F0EC0F-72B6-C046-B8C9-E1E2388A25CB}" srcOrd="1" destOrd="0" presId="urn:microsoft.com/office/officeart/2005/8/layout/hProcess4"/>
    <dgm:cxn modelId="{565D4BDD-1B62-0845-AEBD-AE9220D83164}" type="presParOf" srcId="{A82190EC-D8CE-D048-902A-458C13F08196}" destId="{BFD3D11A-24AD-B548-8F92-C5C1DBB72539}" srcOrd="2" destOrd="0" presId="urn:microsoft.com/office/officeart/2005/8/layout/hProcess4"/>
    <dgm:cxn modelId="{58C948B6-95E1-B741-AD0A-AE7DF702E028}" type="presParOf" srcId="{A82190EC-D8CE-D048-902A-458C13F08196}" destId="{0FA62EDD-C383-EA4A-8A6E-C5A21DA471D7}" srcOrd="3" destOrd="0" presId="urn:microsoft.com/office/officeart/2005/8/layout/hProcess4"/>
    <dgm:cxn modelId="{FF7129F4-BF75-1644-A434-47A82A844948}" type="presParOf" srcId="{A82190EC-D8CE-D048-902A-458C13F08196}" destId="{3DBFF788-8A59-4948-BC4F-CAA88AB23A22}" srcOrd="4" destOrd="0" presId="urn:microsoft.com/office/officeart/2005/8/layout/hProcess4"/>
    <dgm:cxn modelId="{179E5578-FA60-FD4D-93BE-6ACDF94D217B}" type="presParOf" srcId="{0FA6B105-318D-2843-B771-AF24F555DE68}" destId="{9F4A47B1-3BEF-B546-A62A-04C854B77C28}" srcOrd="1" destOrd="0" presId="urn:microsoft.com/office/officeart/2005/8/layout/hProcess4"/>
    <dgm:cxn modelId="{DFC4A264-197C-DA4D-955F-FDBF3682B76B}" type="presParOf" srcId="{0FA6B105-318D-2843-B771-AF24F555DE68}" destId="{4C2676B0-8DB1-514D-B040-056CB11BEEE4}" srcOrd="2" destOrd="0" presId="urn:microsoft.com/office/officeart/2005/8/layout/hProcess4"/>
    <dgm:cxn modelId="{E263DB1A-AA5E-8540-8A78-C028D5F13DBB}" type="presParOf" srcId="{4C2676B0-8DB1-514D-B040-056CB11BEEE4}" destId="{9E4D69A1-70E0-0246-90AE-DC54CA8A5A11}" srcOrd="0" destOrd="0" presId="urn:microsoft.com/office/officeart/2005/8/layout/hProcess4"/>
    <dgm:cxn modelId="{859D7D7E-E8F3-1146-B8D5-631685E680BB}" type="presParOf" srcId="{4C2676B0-8DB1-514D-B040-056CB11BEEE4}" destId="{7215A729-2A50-0A4F-B3E9-E3DD6379CD66}" srcOrd="1" destOrd="0" presId="urn:microsoft.com/office/officeart/2005/8/layout/hProcess4"/>
    <dgm:cxn modelId="{F8E5D853-A604-E146-9671-47778D3112CE}" type="presParOf" srcId="{4C2676B0-8DB1-514D-B040-056CB11BEEE4}" destId="{B4979029-75D2-ED4F-9433-F14F2A0ACFF0}" srcOrd="2" destOrd="0" presId="urn:microsoft.com/office/officeart/2005/8/layout/hProcess4"/>
    <dgm:cxn modelId="{7F980853-4915-D948-B212-0D4B1748B40A}" type="presParOf" srcId="{4C2676B0-8DB1-514D-B040-056CB11BEEE4}" destId="{951F4BCF-1C27-9341-B05D-A52A91BB3C8E}" srcOrd="3" destOrd="0" presId="urn:microsoft.com/office/officeart/2005/8/layout/hProcess4"/>
    <dgm:cxn modelId="{7D895EFB-816B-194D-98FC-AFE0BDC4DF69}" type="presParOf" srcId="{4C2676B0-8DB1-514D-B040-056CB11BEEE4}" destId="{BF31770F-424E-9142-A8DF-E87305711E70}"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89C3DE-5A2D-1B40-9771-BEEE1DF11C4C}" type="doc">
      <dgm:prSet loTypeId="urn:microsoft.com/office/officeart/2008/layout/NameandTitleOrganizationalChart" loCatId="" qsTypeId="urn:microsoft.com/office/officeart/2005/8/quickstyle/simple1" qsCatId="simple" csTypeId="urn:microsoft.com/office/officeart/2005/8/colors/accent1_2" csCatId="accent1" phldr="1"/>
      <dgm:spPr/>
      <dgm:t>
        <a:bodyPr/>
        <a:lstStyle/>
        <a:p>
          <a:endParaRPr lang="en-US"/>
        </a:p>
      </dgm:t>
    </dgm:pt>
    <dgm:pt modelId="{36B28F06-E2BE-624C-8F56-6470175F83CC}">
      <dgm:prSet phldrT="[Text]" custT="1"/>
      <dgm:spPr/>
      <dgm:t>
        <a:bodyPr/>
        <a:lstStyle/>
        <a:p>
          <a:pPr rtl="0"/>
          <a:r>
            <a:rPr lang="en-US" sz="1800" dirty="0"/>
            <a:t>Clinical question</a:t>
          </a:r>
        </a:p>
      </dgm:t>
    </dgm:pt>
    <dgm:pt modelId="{8191AB61-3DB7-9E49-9997-77DBB8997CC2}" type="parTrans" cxnId="{95F9579F-E550-5F44-971C-0D1EAD632899}">
      <dgm:prSet/>
      <dgm:spPr/>
      <dgm:t>
        <a:bodyPr/>
        <a:lstStyle/>
        <a:p>
          <a:endParaRPr lang="en-US"/>
        </a:p>
      </dgm:t>
    </dgm:pt>
    <dgm:pt modelId="{E1F82241-1578-C743-B8F0-7574F0D7BCFD}" type="sibTrans" cxnId="{95F9579F-E550-5F44-971C-0D1EAD632899}">
      <dgm:prSet custT="1"/>
      <dgm:spPr/>
      <dgm:t>
        <a:bodyPr/>
        <a:lstStyle/>
        <a:p>
          <a:pPr algn="ctr"/>
          <a:r>
            <a:rPr lang="en-US" sz="1800" b="0" dirty="0">
              <a:solidFill>
                <a:schemeClr val="tx1"/>
              </a:solidFill>
              <a:latin typeface="Bitstream Charter"/>
              <a:ea typeface="Bitstream Charter"/>
              <a:cs typeface="Bitstream Charter"/>
            </a:rPr>
            <a:t>Can we detect early risk?</a:t>
          </a:r>
          <a:endParaRPr lang="en-US" sz="1800" dirty="0">
            <a:solidFill>
              <a:schemeClr val="tx1"/>
            </a:solidFill>
          </a:endParaRPr>
        </a:p>
      </dgm:t>
    </dgm:pt>
    <dgm:pt modelId="{5A912775-BD74-A246-B02C-63E5158977D1}" type="asst">
      <dgm:prSet phldrT="[Text]" custT="1"/>
      <dgm:spPr/>
      <dgm:t>
        <a:bodyPr/>
        <a:lstStyle/>
        <a:p>
          <a:pPr rtl="0"/>
          <a:r>
            <a:rPr lang="en-US" sz="1800" dirty="0"/>
            <a:t>Data Constraint</a:t>
          </a:r>
        </a:p>
      </dgm:t>
    </dgm:pt>
    <dgm:pt modelId="{0E3DB793-D065-8B43-B76D-1E6D57B3EACE}" type="parTrans" cxnId="{2ED7D8E6-59A6-2149-9DD1-042E4904E6AD}">
      <dgm:prSet/>
      <dgm:spPr/>
      <dgm:t>
        <a:bodyPr/>
        <a:lstStyle/>
        <a:p>
          <a:endParaRPr lang="en-US"/>
        </a:p>
      </dgm:t>
    </dgm:pt>
    <dgm:pt modelId="{80589D8E-F48D-154D-8D66-A8A4917E5A2D}" type="sibTrans" cxnId="{2ED7D8E6-59A6-2149-9DD1-042E4904E6AD}">
      <dgm:prSet custT="1"/>
      <dgm:spPr/>
      <dgm:t>
        <a:bodyPr/>
        <a:lstStyle/>
        <a:p>
          <a:pPr algn="l" rtl="0"/>
          <a:r>
            <a:rPr lang="en-US" sz="1800" dirty="0"/>
            <a:t>Only 200 HFpEF</a:t>
          </a:r>
        </a:p>
      </dgm:t>
    </dgm:pt>
    <dgm:pt modelId="{2B6F2729-184B-E141-B635-0F20F2861154}">
      <dgm:prSet phldrT="[Text]" custT="1"/>
      <dgm:spPr/>
      <dgm:t>
        <a:bodyPr/>
        <a:lstStyle/>
        <a:p>
          <a:pPr rtl="0"/>
          <a:r>
            <a:rPr lang="en-US" sz="2000" dirty="0"/>
            <a:t>Foundation models</a:t>
          </a:r>
        </a:p>
      </dgm:t>
    </dgm:pt>
    <dgm:pt modelId="{6D7F7FC2-D048-2240-8029-1A3304DAB8CC}" type="parTrans" cxnId="{BC402D94-393A-2049-A49C-CD15C2CB0136}">
      <dgm:prSet/>
      <dgm:spPr/>
      <dgm:t>
        <a:bodyPr/>
        <a:lstStyle/>
        <a:p>
          <a:endParaRPr lang="en-US"/>
        </a:p>
      </dgm:t>
    </dgm:pt>
    <dgm:pt modelId="{D055C170-25CF-DB4F-B649-587B4D6BCBF2}" type="sibTrans" cxnId="{BC402D94-393A-2049-A49C-CD15C2CB0136}">
      <dgm:prSet/>
      <dgm:spPr/>
      <dgm:t>
        <a:bodyPr/>
        <a:lstStyle/>
        <a:p>
          <a:pPr rtl="0"/>
          <a:r>
            <a:rPr lang="en-US" dirty="0"/>
            <a:t>Transformer-based</a:t>
          </a:r>
        </a:p>
      </dgm:t>
    </dgm:pt>
    <dgm:pt modelId="{9DCFA784-C87B-DC42-8245-2DC18F46A69D}">
      <dgm:prSet phldrT="[Text]" custT="1"/>
      <dgm:spPr/>
      <dgm:t>
        <a:bodyPr/>
        <a:lstStyle/>
        <a:p>
          <a:pPr rtl="0"/>
          <a:r>
            <a:rPr lang="en-US" sz="2000" dirty="0"/>
            <a:t>Domain Gap</a:t>
          </a:r>
        </a:p>
      </dgm:t>
    </dgm:pt>
    <dgm:pt modelId="{DAA5E491-19EA-564E-B457-6F84FA3FE870}" type="parTrans" cxnId="{5A710B1B-E71A-4849-88B0-C38AE51BB0EE}">
      <dgm:prSet/>
      <dgm:spPr/>
      <dgm:t>
        <a:bodyPr/>
        <a:lstStyle/>
        <a:p>
          <a:endParaRPr lang="en-US"/>
        </a:p>
      </dgm:t>
    </dgm:pt>
    <dgm:pt modelId="{3175C0CC-C6ED-FA49-BCB7-9EE44EA89C18}" type="sibTrans" cxnId="{5A710B1B-E71A-4849-88B0-C38AE51BB0EE}">
      <dgm:prSet/>
      <dgm:spPr/>
      <dgm:t>
        <a:bodyPr/>
        <a:lstStyle/>
        <a:p>
          <a:pPr rtl="0"/>
          <a:r>
            <a:rPr lang="en-US" dirty="0"/>
            <a:t>Distribution shift</a:t>
          </a:r>
        </a:p>
      </dgm:t>
    </dgm:pt>
    <dgm:pt modelId="{1679CB31-27AA-5B4E-B956-DA77393261C7}" type="asst">
      <dgm:prSet phldrT="[Text]" custT="1"/>
      <dgm:spPr/>
      <dgm:t>
        <a:bodyPr/>
        <a:lstStyle/>
        <a:p>
          <a:pPr rtl="0"/>
          <a:r>
            <a:rPr lang="en-US" sz="1800" dirty="0"/>
            <a:t> Combine public Data</a:t>
          </a:r>
        </a:p>
      </dgm:t>
    </dgm:pt>
    <dgm:pt modelId="{D045CFBA-B572-A948-9C12-1B7EFF5DDBE4}" type="parTrans" cxnId="{0EE90A46-8D00-1E43-B6D4-5ADBBA3279B1}">
      <dgm:prSet/>
      <dgm:spPr/>
      <dgm:t>
        <a:bodyPr/>
        <a:lstStyle/>
        <a:p>
          <a:endParaRPr lang="en-US"/>
        </a:p>
      </dgm:t>
    </dgm:pt>
    <dgm:pt modelId="{1A2DDAEB-7E4B-7841-98A4-C7328AD6B359}" type="sibTrans" cxnId="{0EE90A46-8D00-1E43-B6D4-5ADBBA3279B1}">
      <dgm:prSet/>
      <dgm:spPr/>
      <dgm:t>
        <a:bodyPr/>
        <a:lstStyle/>
        <a:p>
          <a:pPr rtl="0"/>
          <a:r>
            <a:rPr lang="en-US" dirty="0" err="1"/>
            <a:t>HErEF</a:t>
          </a:r>
          <a:r>
            <a:rPr lang="en-US" dirty="0"/>
            <a:t> and Healthy</a:t>
          </a:r>
        </a:p>
      </dgm:t>
    </dgm:pt>
    <dgm:pt modelId="{B904632D-BE15-2B4C-AFB5-52920751FE13}">
      <dgm:prSet phldrT="[Text]" custT="1"/>
      <dgm:spPr/>
      <dgm:t>
        <a:bodyPr/>
        <a:lstStyle/>
        <a:p>
          <a:pPr rtl="0"/>
          <a:r>
            <a:rPr lang="en-US" sz="2000" dirty="0"/>
            <a:t>Cycle-aware</a:t>
          </a:r>
        </a:p>
      </dgm:t>
    </dgm:pt>
    <dgm:pt modelId="{90D26952-82E4-3D40-80BF-0ACF4BA68BE9}" type="parTrans" cxnId="{FF476ADE-1CE4-8349-B6CB-322BBAA9F0F4}">
      <dgm:prSet/>
      <dgm:spPr/>
      <dgm:t>
        <a:bodyPr/>
        <a:lstStyle/>
        <a:p>
          <a:endParaRPr lang="en-US"/>
        </a:p>
      </dgm:t>
    </dgm:pt>
    <dgm:pt modelId="{55F3E47F-17A4-E94B-96A2-03991FC2764D}" type="sibTrans" cxnId="{FF476ADE-1CE4-8349-B6CB-322BBAA9F0F4}">
      <dgm:prSet/>
      <dgm:spPr/>
      <dgm:t>
        <a:bodyPr/>
        <a:lstStyle/>
        <a:p>
          <a:pPr rtl="0"/>
          <a:r>
            <a:rPr lang="en-US" dirty="0"/>
            <a:t>Proxy estimation</a:t>
          </a:r>
        </a:p>
      </dgm:t>
    </dgm:pt>
    <dgm:pt modelId="{918EE4E8-7297-5D40-B8F2-D9C8194B06D3}" type="pres">
      <dgm:prSet presAssocID="{FE89C3DE-5A2D-1B40-9771-BEEE1DF11C4C}" presName="hierChild1" presStyleCnt="0">
        <dgm:presLayoutVars>
          <dgm:orgChart val="1"/>
          <dgm:chPref val="1"/>
          <dgm:dir/>
          <dgm:animOne val="branch"/>
          <dgm:animLvl val="lvl"/>
          <dgm:resizeHandles/>
        </dgm:presLayoutVars>
      </dgm:prSet>
      <dgm:spPr/>
    </dgm:pt>
    <dgm:pt modelId="{E4156840-43D0-174F-865A-169293B74785}" type="pres">
      <dgm:prSet presAssocID="{36B28F06-E2BE-624C-8F56-6470175F83CC}" presName="hierRoot1" presStyleCnt="0">
        <dgm:presLayoutVars>
          <dgm:hierBranch val="init"/>
        </dgm:presLayoutVars>
      </dgm:prSet>
      <dgm:spPr/>
    </dgm:pt>
    <dgm:pt modelId="{2AFF4761-EE64-A542-B679-35F6E2B8BFBB}" type="pres">
      <dgm:prSet presAssocID="{36B28F06-E2BE-624C-8F56-6470175F83CC}" presName="rootComposite1" presStyleCnt="0"/>
      <dgm:spPr/>
    </dgm:pt>
    <dgm:pt modelId="{F9314137-E4F2-3D4C-8A65-24670A808680}" type="pres">
      <dgm:prSet presAssocID="{36B28F06-E2BE-624C-8F56-6470175F83CC}" presName="rootText1" presStyleLbl="node0" presStyleIdx="0" presStyleCnt="1" custScaleX="194076" custScaleY="78479" custLinFactNeighborX="-20903" custLinFactNeighborY="26340">
        <dgm:presLayoutVars>
          <dgm:chMax/>
          <dgm:chPref val="3"/>
        </dgm:presLayoutVars>
      </dgm:prSet>
      <dgm:spPr/>
    </dgm:pt>
    <dgm:pt modelId="{1347DC7D-4AF4-5E43-8315-7481D9455804}" type="pres">
      <dgm:prSet presAssocID="{36B28F06-E2BE-624C-8F56-6470175F83CC}" presName="titleText1" presStyleLbl="fgAcc0" presStyleIdx="0" presStyleCnt="1" custScaleX="213606" custScaleY="139473" custLinFactNeighborX="89453" custLinFactNeighborY="65861">
        <dgm:presLayoutVars>
          <dgm:chMax val="0"/>
          <dgm:chPref val="0"/>
        </dgm:presLayoutVars>
      </dgm:prSet>
      <dgm:spPr/>
    </dgm:pt>
    <dgm:pt modelId="{F747BAD9-4043-CC4C-BFDE-3719E8AF484A}" type="pres">
      <dgm:prSet presAssocID="{36B28F06-E2BE-624C-8F56-6470175F83CC}" presName="rootConnector1" presStyleLbl="node1" presStyleIdx="0" presStyleCnt="3"/>
      <dgm:spPr/>
    </dgm:pt>
    <dgm:pt modelId="{1CAFD2F5-2D1A-E244-9E94-1D414AFC84B5}" type="pres">
      <dgm:prSet presAssocID="{36B28F06-E2BE-624C-8F56-6470175F83CC}" presName="hierChild2" presStyleCnt="0"/>
      <dgm:spPr/>
    </dgm:pt>
    <dgm:pt modelId="{79F912CB-B871-E943-A009-6BFB7C08D2A1}" type="pres">
      <dgm:prSet presAssocID="{90D26952-82E4-3D40-80BF-0ACF4BA68BE9}" presName="Name37" presStyleLbl="parChTrans1D2" presStyleIdx="0" presStyleCnt="5"/>
      <dgm:spPr/>
    </dgm:pt>
    <dgm:pt modelId="{2624E466-350A-D849-AF9F-A9524E9C8915}" type="pres">
      <dgm:prSet presAssocID="{B904632D-BE15-2B4C-AFB5-52920751FE13}" presName="hierRoot2" presStyleCnt="0">
        <dgm:presLayoutVars>
          <dgm:hierBranch val="init"/>
        </dgm:presLayoutVars>
      </dgm:prSet>
      <dgm:spPr/>
    </dgm:pt>
    <dgm:pt modelId="{84F2FE0B-73B6-884F-9BDC-89F001D2C1A7}" type="pres">
      <dgm:prSet presAssocID="{B904632D-BE15-2B4C-AFB5-52920751FE13}" presName="rootComposite" presStyleCnt="0"/>
      <dgm:spPr/>
    </dgm:pt>
    <dgm:pt modelId="{50FB79E2-175C-6043-99BE-88503D4EA79F}" type="pres">
      <dgm:prSet presAssocID="{B904632D-BE15-2B4C-AFB5-52920751FE13}" presName="rootText" presStyleLbl="node1" presStyleIdx="0" presStyleCnt="3" custLinFactNeighborX="-3338" custLinFactNeighborY="19977">
        <dgm:presLayoutVars>
          <dgm:chMax/>
          <dgm:chPref val="3"/>
        </dgm:presLayoutVars>
      </dgm:prSet>
      <dgm:spPr/>
    </dgm:pt>
    <dgm:pt modelId="{2B3177EE-12EC-CC4B-86F9-8F6C811CB028}" type="pres">
      <dgm:prSet presAssocID="{B904632D-BE15-2B4C-AFB5-52920751FE13}" presName="titleText2" presStyleLbl="fgAcc1" presStyleIdx="0" presStyleCnt="3" custScaleY="117529" custLinFactNeighborX="-41275" custLinFactNeighborY="69368">
        <dgm:presLayoutVars>
          <dgm:chMax val="0"/>
          <dgm:chPref val="0"/>
        </dgm:presLayoutVars>
      </dgm:prSet>
      <dgm:spPr/>
    </dgm:pt>
    <dgm:pt modelId="{776BA0EF-BEF5-5A49-9FDC-19EAF1D8BB60}" type="pres">
      <dgm:prSet presAssocID="{B904632D-BE15-2B4C-AFB5-52920751FE13}" presName="rootConnector" presStyleLbl="node2" presStyleIdx="0" presStyleCnt="0"/>
      <dgm:spPr/>
    </dgm:pt>
    <dgm:pt modelId="{817D1DC2-3E10-F745-8BE1-1A351A0017B2}" type="pres">
      <dgm:prSet presAssocID="{B904632D-BE15-2B4C-AFB5-52920751FE13}" presName="hierChild4" presStyleCnt="0"/>
      <dgm:spPr/>
    </dgm:pt>
    <dgm:pt modelId="{F4EBD50F-A667-3045-AE74-6164958CDF12}" type="pres">
      <dgm:prSet presAssocID="{B904632D-BE15-2B4C-AFB5-52920751FE13}" presName="hierChild5" presStyleCnt="0"/>
      <dgm:spPr/>
    </dgm:pt>
    <dgm:pt modelId="{3EB20C4E-C168-2C47-9EA3-0173AB662BA8}" type="pres">
      <dgm:prSet presAssocID="{6D7F7FC2-D048-2240-8029-1A3304DAB8CC}" presName="Name37" presStyleLbl="parChTrans1D2" presStyleIdx="1" presStyleCnt="5"/>
      <dgm:spPr/>
    </dgm:pt>
    <dgm:pt modelId="{303D9246-6B10-554E-BC66-B490952CCA7C}" type="pres">
      <dgm:prSet presAssocID="{2B6F2729-184B-E141-B635-0F20F2861154}" presName="hierRoot2" presStyleCnt="0">
        <dgm:presLayoutVars>
          <dgm:hierBranch val="init"/>
        </dgm:presLayoutVars>
      </dgm:prSet>
      <dgm:spPr/>
    </dgm:pt>
    <dgm:pt modelId="{FDB7C316-BB1B-8849-9CD2-D8D7043238A1}" type="pres">
      <dgm:prSet presAssocID="{2B6F2729-184B-E141-B635-0F20F2861154}" presName="rootComposite" presStyleCnt="0"/>
      <dgm:spPr/>
    </dgm:pt>
    <dgm:pt modelId="{CBFCE435-C6AE-E449-A5CF-C8CEAA2FC28B}" type="pres">
      <dgm:prSet presAssocID="{2B6F2729-184B-E141-B635-0F20F2861154}" presName="rootText" presStyleLbl="node1" presStyleIdx="1" presStyleCnt="3" custScaleX="153869" custScaleY="73935" custLinFactNeighborX="7030" custLinFactNeighborY="12732">
        <dgm:presLayoutVars>
          <dgm:chMax/>
          <dgm:chPref val="3"/>
        </dgm:presLayoutVars>
      </dgm:prSet>
      <dgm:spPr/>
    </dgm:pt>
    <dgm:pt modelId="{7374A6AC-0145-1441-BF44-4EE8C93D39BE}" type="pres">
      <dgm:prSet presAssocID="{2B6F2729-184B-E141-B635-0F20F2861154}" presName="titleText2" presStyleLbl="fgAcc1" presStyleIdx="1" presStyleCnt="3" custLinFactNeighborX="27158" custLinFactNeighborY="49073">
        <dgm:presLayoutVars>
          <dgm:chMax val="0"/>
          <dgm:chPref val="0"/>
        </dgm:presLayoutVars>
      </dgm:prSet>
      <dgm:spPr/>
    </dgm:pt>
    <dgm:pt modelId="{1ECC01AB-6711-A249-9F9A-71D5FD043397}" type="pres">
      <dgm:prSet presAssocID="{2B6F2729-184B-E141-B635-0F20F2861154}" presName="rootConnector" presStyleLbl="node2" presStyleIdx="0" presStyleCnt="0"/>
      <dgm:spPr/>
    </dgm:pt>
    <dgm:pt modelId="{2722E311-C8A7-0843-BD02-0B1AB2032907}" type="pres">
      <dgm:prSet presAssocID="{2B6F2729-184B-E141-B635-0F20F2861154}" presName="hierChild4" presStyleCnt="0"/>
      <dgm:spPr/>
    </dgm:pt>
    <dgm:pt modelId="{64990CA2-A80E-E743-A5AD-357237834C7C}" type="pres">
      <dgm:prSet presAssocID="{2B6F2729-184B-E141-B635-0F20F2861154}" presName="hierChild5" presStyleCnt="0"/>
      <dgm:spPr/>
    </dgm:pt>
    <dgm:pt modelId="{B8F8652F-802E-2743-9975-E8FEF37F49E1}" type="pres">
      <dgm:prSet presAssocID="{DAA5E491-19EA-564E-B457-6F84FA3FE870}" presName="Name37" presStyleLbl="parChTrans1D2" presStyleIdx="2" presStyleCnt="5"/>
      <dgm:spPr/>
    </dgm:pt>
    <dgm:pt modelId="{E870B0C6-540C-5D46-9409-CB7DADEEC2D1}" type="pres">
      <dgm:prSet presAssocID="{9DCFA784-C87B-DC42-8245-2DC18F46A69D}" presName="hierRoot2" presStyleCnt="0">
        <dgm:presLayoutVars>
          <dgm:hierBranch val="init"/>
        </dgm:presLayoutVars>
      </dgm:prSet>
      <dgm:spPr/>
    </dgm:pt>
    <dgm:pt modelId="{7F628B63-ABD0-B841-A714-C8A718D9BA1E}" type="pres">
      <dgm:prSet presAssocID="{9DCFA784-C87B-DC42-8245-2DC18F46A69D}" presName="rootComposite" presStyleCnt="0"/>
      <dgm:spPr/>
    </dgm:pt>
    <dgm:pt modelId="{4DB775DB-C27C-244A-A787-82A758F795FF}" type="pres">
      <dgm:prSet presAssocID="{9DCFA784-C87B-DC42-8245-2DC18F46A69D}" presName="rootText" presStyleLbl="node1" presStyleIdx="2" presStyleCnt="3" custScaleX="131021" custScaleY="77626" custLinFactNeighborX="44695" custLinFactNeighborY="12098">
        <dgm:presLayoutVars>
          <dgm:chMax/>
          <dgm:chPref val="3"/>
        </dgm:presLayoutVars>
      </dgm:prSet>
      <dgm:spPr/>
    </dgm:pt>
    <dgm:pt modelId="{17460135-3B8C-4D41-A599-31A5BE1C7AED}" type="pres">
      <dgm:prSet presAssocID="{9DCFA784-C87B-DC42-8245-2DC18F46A69D}" presName="titleText2" presStyleLbl="fgAcc1" presStyleIdx="2" presStyleCnt="3" custLinFactNeighborX="72028" custLinFactNeighborY="11628">
        <dgm:presLayoutVars>
          <dgm:chMax val="0"/>
          <dgm:chPref val="0"/>
        </dgm:presLayoutVars>
      </dgm:prSet>
      <dgm:spPr/>
    </dgm:pt>
    <dgm:pt modelId="{073539D9-BDCF-CE48-97EA-566D64A11088}" type="pres">
      <dgm:prSet presAssocID="{9DCFA784-C87B-DC42-8245-2DC18F46A69D}" presName="rootConnector" presStyleLbl="node2" presStyleIdx="0" presStyleCnt="0"/>
      <dgm:spPr/>
    </dgm:pt>
    <dgm:pt modelId="{2EA10AB4-B38F-3849-8B52-D0F79AAAD797}" type="pres">
      <dgm:prSet presAssocID="{9DCFA784-C87B-DC42-8245-2DC18F46A69D}" presName="hierChild4" presStyleCnt="0"/>
      <dgm:spPr/>
    </dgm:pt>
    <dgm:pt modelId="{F27C0BDB-1D6D-FA4A-A491-100D15B6D33B}" type="pres">
      <dgm:prSet presAssocID="{9DCFA784-C87B-DC42-8245-2DC18F46A69D}" presName="hierChild5" presStyleCnt="0"/>
      <dgm:spPr/>
    </dgm:pt>
    <dgm:pt modelId="{954B4017-85AE-FE4E-A36A-7C83AD59D0CC}" type="pres">
      <dgm:prSet presAssocID="{36B28F06-E2BE-624C-8F56-6470175F83CC}" presName="hierChild3" presStyleCnt="0"/>
      <dgm:spPr/>
    </dgm:pt>
    <dgm:pt modelId="{31907B83-C836-8A4A-A48A-9DD49D80F162}" type="pres">
      <dgm:prSet presAssocID="{0E3DB793-D065-8B43-B76D-1E6D57B3EACE}" presName="Name96" presStyleLbl="parChTrans1D2" presStyleIdx="3" presStyleCnt="5"/>
      <dgm:spPr/>
    </dgm:pt>
    <dgm:pt modelId="{114441BC-8C93-FA41-8719-5B1B54715D63}" type="pres">
      <dgm:prSet presAssocID="{5A912775-BD74-A246-B02C-63E5158977D1}" presName="hierRoot3" presStyleCnt="0">
        <dgm:presLayoutVars>
          <dgm:hierBranch val="init"/>
        </dgm:presLayoutVars>
      </dgm:prSet>
      <dgm:spPr/>
    </dgm:pt>
    <dgm:pt modelId="{D82F504D-F1A2-E34C-AB7D-9ED793388A0A}" type="pres">
      <dgm:prSet presAssocID="{5A912775-BD74-A246-B02C-63E5158977D1}" presName="rootComposite3" presStyleCnt="0"/>
      <dgm:spPr/>
    </dgm:pt>
    <dgm:pt modelId="{D4669CB2-A470-0E47-BFA1-34C9F15B8A10}" type="pres">
      <dgm:prSet presAssocID="{5A912775-BD74-A246-B02C-63E5158977D1}" presName="rootText3" presStyleLbl="asst1" presStyleIdx="0" presStyleCnt="2" custScaleX="119384" custScaleY="75259" custLinFactNeighborX="-33070" custLinFactNeighborY="-43856">
        <dgm:presLayoutVars>
          <dgm:chPref val="3"/>
        </dgm:presLayoutVars>
      </dgm:prSet>
      <dgm:spPr/>
    </dgm:pt>
    <dgm:pt modelId="{9DEC4202-755A-2344-8796-6F2918EB0F12}" type="pres">
      <dgm:prSet presAssocID="{5A912775-BD74-A246-B02C-63E5158977D1}" presName="titleText3" presStyleLbl="fgAcc2" presStyleIdx="0" presStyleCnt="2" custScaleX="124144" custScaleY="119390" custLinFactX="-14052" custLinFactY="-67907" custLinFactNeighborX="-100000" custLinFactNeighborY="-100000">
        <dgm:presLayoutVars>
          <dgm:chMax val="0"/>
          <dgm:chPref val="0"/>
        </dgm:presLayoutVars>
      </dgm:prSet>
      <dgm:spPr/>
    </dgm:pt>
    <dgm:pt modelId="{51350E0A-6637-C649-A579-75E70A421C45}" type="pres">
      <dgm:prSet presAssocID="{5A912775-BD74-A246-B02C-63E5158977D1}" presName="rootConnector3" presStyleLbl="asst1" presStyleIdx="0" presStyleCnt="2"/>
      <dgm:spPr/>
    </dgm:pt>
    <dgm:pt modelId="{BF4B613E-57CB-3F43-A5D8-B86B43A670D4}" type="pres">
      <dgm:prSet presAssocID="{5A912775-BD74-A246-B02C-63E5158977D1}" presName="hierChild6" presStyleCnt="0"/>
      <dgm:spPr/>
    </dgm:pt>
    <dgm:pt modelId="{4A7C60E3-A6C4-C848-8D15-1EC4B888FEF3}" type="pres">
      <dgm:prSet presAssocID="{5A912775-BD74-A246-B02C-63E5158977D1}" presName="hierChild7" presStyleCnt="0"/>
      <dgm:spPr/>
    </dgm:pt>
    <dgm:pt modelId="{59A9FE09-59E2-8447-9BB3-26490B2BC205}" type="pres">
      <dgm:prSet presAssocID="{D045CFBA-B572-A948-9C12-1B7EFF5DDBE4}" presName="Name96" presStyleLbl="parChTrans1D2" presStyleIdx="4" presStyleCnt="5"/>
      <dgm:spPr/>
    </dgm:pt>
    <dgm:pt modelId="{1A2080FB-B194-2E43-906B-DAE5688CCA33}" type="pres">
      <dgm:prSet presAssocID="{1679CB31-27AA-5B4E-B956-DA77393261C7}" presName="hierRoot3" presStyleCnt="0">
        <dgm:presLayoutVars>
          <dgm:hierBranch val="init"/>
        </dgm:presLayoutVars>
      </dgm:prSet>
      <dgm:spPr/>
    </dgm:pt>
    <dgm:pt modelId="{DCEBBEB6-CCB4-8D4D-B6AE-69E793E75253}" type="pres">
      <dgm:prSet presAssocID="{1679CB31-27AA-5B4E-B956-DA77393261C7}" presName="rootComposite3" presStyleCnt="0"/>
      <dgm:spPr/>
    </dgm:pt>
    <dgm:pt modelId="{899F5B13-6EDA-6C40-B4A1-B92EBA9853F6}" type="pres">
      <dgm:prSet presAssocID="{1679CB31-27AA-5B4E-B956-DA77393261C7}" presName="rootText3" presStyleLbl="asst1" presStyleIdx="1" presStyleCnt="2" custScaleX="168629" custScaleY="72542" custLinFactNeighborX="9668" custLinFactNeighborY="11280">
        <dgm:presLayoutVars>
          <dgm:chPref val="3"/>
        </dgm:presLayoutVars>
      </dgm:prSet>
      <dgm:spPr/>
    </dgm:pt>
    <dgm:pt modelId="{D307560B-580B-844A-AF85-49F62ACEE651}" type="pres">
      <dgm:prSet presAssocID="{1679CB31-27AA-5B4E-B956-DA77393261C7}" presName="titleText3" presStyleLbl="fgAcc2" presStyleIdx="1" presStyleCnt="2" custScaleX="128834" custScaleY="155540" custLinFactNeighborX="62255" custLinFactNeighborY="18024">
        <dgm:presLayoutVars>
          <dgm:chMax val="0"/>
          <dgm:chPref val="0"/>
        </dgm:presLayoutVars>
      </dgm:prSet>
      <dgm:spPr/>
    </dgm:pt>
    <dgm:pt modelId="{050ABBF3-6427-6A4D-8D47-CED06369BE98}" type="pres">
      <dgm:prSet presAssocID="{1679CB31-27AA-5B4E-B956-DA77393261C7}" presName="rootConnector3" presStyleLbl="asst1" presStyleIdx="1" presStyleCnt="2"/>
      <dgm:spPr/>
    </dgm:pt>
    <dgm:pt modelId="{3FC4ACDD-444A-5143-9980-C5C24CD821D2}" type="pres">
      <dgm:prSet presAssocID="{1679CB31-27AA-5B4E-B956-DA77393261C7}" presName="hierChild6" presStyleCnt="0"/>
      <dgm:spPr/>
    </dgm:pt>
    <dgm:pt modelId="{3428B259-8F6E-0348-A647-073538CA7091}" type="pres">
      <dgm:prSet presAssocID="{1679CB31-27AA-5B4E-B956-DA77393261C7}" presName="hierChild7" presStyleCnt="0"/>
      <dgm:spPr/>
    </dgm:pt>
  </dgm:ptLst>
  <dgm:cxnLst>
    <dgm:cxn modelId="{E769650D-DECA-5A45-9D39-7618090A92A6}" type="presOf" srcId="{E1F82241-1578-C743-B8F0-7574F0D7BCFD}" destId="{1347DC7D-4AF4-5E43-8315-7481D9455804}" srcOrd="0" destOrd="0" presId="urn:microsoft.com/office/officeart/2008/layout/NameandTitleOrganizationalChart"/>
    <dgm:cxn modelId="{C9D20C11-6F62-844A-9E51-09B0283DAF6F}" type="presOf" srcId="{B904632D-BE15-2B4C-AFB5-52920751FE13}" destId="{50FB79E2-175C-6043-99BE-88503D4EA79F}" srcOrd="0" destOrd="0" presId="urn:microsoft.com/office/officeart/2008/layout/NameandTitleOrganizationalChart"/>
    <dgm:cxn modelId="{5D689017-9617-4640-9D26-8D12EB42810C}" type="presOf" srcId="{5A912775-BD74-A246-B02C-63E5158977D1}" destId="{51350E0A-6637-C649-A579-75E70A421C45}" srcOrd="1" destOrd="0" presId="urn:microsoft.com/office/officeart/2008/layout/NameandTitleOrganizationalChart"/>
    <dgm:cxn modelId="{5A710B1B-E71A-4849-88B0-C38AE51BB0EE}" srcId="{36B28F06-E2BE-624C-8F56-6470175F83CC}" destId="{9DCFA784-C87B-DC42-8245-2DC18F46A69D}" srcOrd="4" destOrd="0" parTransId="{DAA5E491-19EA-564E-B457-6F84FA3FE870}" sibTransId="{3175C0CC-C6ED-FA49-BCB7-9EE44EA89C18}"/>
    <dgm:cxn modelId="{BDF6111C-2059-1F43-B060-05BF113CF348}" type="presOf" srcId="{D055C170-25CF-DB4F-B649-587B4D6BCBF2}" destId="{7374A6AC-0145-1441-BF44-4EE8C93D39BE}" srcOrd="0" destOrd="0" presId="urn:microsoft.com/office/officeart/2008/layout/NameandTitleOrganizationalChart"/>
    <dgm:cxn modelId="{84F4141C-72E1-484C-806B-0498A03EC0CD}" type="presOf" srcId="{1A2DDAEB-7E4B-7841-98A4-C7328AD6B359}" destId="{D307560B-580B-844A-AF85-49F62ACEE651}" srcOrd="0" destOrd="0" presId="urn:microsoft.com/office/officeart/2008/layout/NameandTitleOrganizationalChart"/>
    <dgm:cxn modelId="{399E0929-5EA3-4348-8BE5-EF8E62920BC2}" type="presOf" srcId="{2B6F2729-184B-E141-B635-0F20F2861154}" destId="{CBFCE435-C6AE-E449-A5CF-C8CEAA2FC28B}" srcOrd="0" destOrd="0" presId="urn:microsoft.com/office/officeart/2008/layout/NameandTitleOrganizationalChart"/>
    <dgm:cxn modelId="{F3BFB32A-A096-EE42-973E-0DD7EED2F67A}" type="presOf" srcId="{1679CB31-27AA-5B4E-B956-DA77393261C7}" destId="{899F5B13-6EDA-6C40-B4A1-B92EBA9853F6}" srcOrd="0" destOrd="0" presId="urn:microsoft.com/office/officeart/2008/layout/NameandTitleOrganizationalChart"/>
    <dgm:cxn modelId="{471CFE30-D903-7F47-A1FF-C7BA20C3D64D}" type="presOf" srcId="{9DCFA784-C87B-DC42-8245-2DC18F46A69D}" destId="{4DB775DB-C27C-244A-A787-82A758F795FF}" srcOrd="0" destOrd="0" presId="urn:microsoft.com/office/officeart/2008/layout/NameandTitleOrganizationalChart"/>
    <dgm:cxn modelId="{F3FC723A-DB82-954C-9FF7-A3D5D2642A53}" type="presOf" srcId="{FE89C3DE-5A2D-1B40-9771-BEEE1DF11C4C}" destId="{918EE4E8-7297-5D40-B8F2-D9C8194B06D3}" srcOrd="0" destOrd="0" presId="urn:microsoft.com/office/officeart/2008/layout/NameandTitleOrganizationalChart"/>
    <dgm:cxn modelId="{7CB5413C-0798-7B49-B0C1-BCAFA3D6D103}" type="presOf" srcId="{36B28F06-E2BE-624C-8F56-6470175F83CC}" destId="{F747BAD9-4043-CC4C-BFDE-3719E8AF484A}" srcOrd="1" destOrd="0" presId="urn:microsoft.com/office/officeart/2008/layout/NameandTitleOrganizationalChart"/>
    <dgm:cxn modelId="{0EE90A46-8D00-1E43-B6D4-5ADBBA3279B1}" srcId="{36B28F06-E2BE-624C-8F56-6470175F83CC}" destId="{1679CB31-27AA-5B4E-B956-DA77393261C7}" srcOrd="1" destOrd="0" parTransId="{D045CFBA-B572-A948-9C12-1B7EFF5DDBE4}" sibTransId="{1A2DDAEB-7E4B-7841-98A4-C7328AD6B359}"/>
    <dgm:cxn modelId="{C744AF52-66E6-AD43-991F-3472FD6019F2}" type="presOf" srcId="{36B28F06-E2BE-624C-8F56-6470175F83CC}" destId="{F9314137-E4F2-3D4C-8A65-24670A808680}" srcOrd="0" destOrd="0" presId="urn:microsoft.com/office/officeart/2008/layout/NameandTitleOrganizationalChart"/>
    <dgm:cxn modelId="{6AB05653-4ABA-FB4D-B9DE-72279C2751A3}" type="presOf" srcId="{D045CFBA-B572-A948-9C12-1B7EFF5DDBE4}" destId="{59A9FE09-59E2-8447-9BB3-26490B2BC205}" srcOrd="0" destOrd="0" presId="urn:microsoft.com/office/officeart/2008/layout/NameandTitleOrganizationalChart"/>
    <dgm:cxn modelId="{F1662F81-2533-F54E-8EAD-64D8401DB76D}" type="presOf" srcId="{80589D8E-F48D-154D-8D66-A8A4917E5A2D}" destId="{9DEC4202-755A-2344-8796-6F2918EB0F12}" srcOrd="0" destOrd="0" presId="urn:microsoft.com/office/officeart/2008/layout/NameandTitleOrganizationalChart"/>
    <dgm:cxn modelId="{15824288-9D47-B440-BF2B-E5507B87CAD2}" type="presOf" srcId="{1679CB31-27AA-5B4E-B956-DA77393261C7}" destId="{050ABBF3-6427-6A4D-8D47-CED06369BE98}" srcOrd="1" destOrd="0" presId="urn:microsoft.com/office/officeart/2008/layout/NameandTitleOrganizationalChart"/>
    <dgm:cxn modelId="{640FEE8F-40D7-8648-9613-EE3D8926C106}" type="presOf" srcId="{3175C0CC-C6ED-FA49-BCB7-9EE44EA89C18}" destId="{17460135-3B8C-4D41-A599-31A5BE1C7AED}" srcOrd="0" destOrd="0" presId="urn:microsoft.com/office/officeart/2008/layout/NameandTitleOrganizationalChart"/>
    <dgm:cxn modelId="{C2443C92-4CC6-7B43-9F70-3A375C9894A9}" type="presOf" srcId="{5A912775-BD74-A246-B02C-63E5158977D1}" destId="{D4669CB2-A470-0E47-BFA1-34C9F15B8A10}" srcOrd="0" destOrd="0" presId="urn:microsoft.com/office/officeart/2008/layout/NameandTitleOrganizationalChart"/>
    <dgm:cxn modelId="{BC402D94-393A-2049-A49C-CD15C2CB0136}" srcId="{36B28F06-E2BE-624C-8F56-6470175F83CC}" destId="{2B6F2729-184B-E141-B635-0F20F2861154}" srcOrd="3" destOrd="0" parTransId="{6D7F7FC2-D048-2240-8029-1A3304DAB8CC}" sibTransId="{D055C170-25CF-DB4F-B649-587B4D6BCBF2}"/>
    <dgm:cxn modelId="{FFBDA499-E5EF-5744-9405-AD8260F58C00}" type="presOf" srcId="{2B6F2729-184B-E141-B635-0F20F2861154}" destId="{1ECC01AB-6711-A249-9F9A-71D5FD043397}" srcOrd="1" destOrd="0" presId="urn:microsoft.com/office/officeart/2008/layout/NameandTitleOrganizationalChart"/>
    <dgm:cxn modelId="{EB5B679E-75C9-C744-B567-D75AB0A1D37C}" type="presOf" srcId="{DAA5E491-19EA-564E-B457-6F84FA3FE870}" destId="{B8F8652F-802E-2743-9975-E8FEF37F49E1}" srcOrd="0" destOrd="0" presId="urn:microsoft.com/office/officeart/2008/layout/NameandTitleOrganizationalChart"/>
    <dgm:cxn modelId="{95F9579F-E550-5F44-971C-0D1EAD632899}" srcId="{FE89C3DE-5A2D-1B40-9771-BEEE1DF11C4C}" destId="{36B28F06-E2BE-624C-8F56-6470175F83CC}" srcOrd="0" destOrd="0" parTransId="{8191AB61-3DB7-9E49-9997-77DBB8997CC2}" sibTransId="{E1F82241-1578-C743-B8F0-7574F0D7BCFD}"/>
    <dgm:cxn modelId="{D50F74A5-20C8-0746-B833-968A5EA9354A}" type="presOf" srcId="{B904632D-BE15-2B4C-AFB5-52920751FE13}" destId="{776BA0EF-BEF5-5A49-9FDC-19EAF1D8BB60}" srcOrd="1" destOrd="0" presId="urn:microsoft.com/office/officeart/2008/layout/NameandTitleOrganizationalChart"/>
    <dgm:cxn modelId="{8939E0BE-3184-774B-80EC-FA3BB68FB743}" type="presOf" srcId="{55F3E47F-17A4-E94B-96A2-03991FC2764D}" destId="{2B3177EE-12EC-CC4B-86F9-8F6C811CB028}" srcOrd="0" destOrd="0" presId="urn:microsoft.com/office/officeart/2008/layout/NameandTitleOrganizationalChart"/>
    <dgm:cxn modelId="{56251CC5-5EF8-FE44-B6E5-A27EE23E9C8B}" type="presOf" srcId="{9DCFA784-C87B-DC42-8245-2DC18F46A69D}" destId="{073539D9-BDCF-CE48-97EA-566D64A11088}" srcOrd="1" destOrd="0" presId="urn:microsoft.com/office/officeart/2008/layout/NameandTitleOrganizationalChart"/>
    <dgm:cxn modelId="{A0035ECE-454B-4340-A817-E281AB49B4A3}" type="presOf" srcId="{0E3DB793-D065-8B43-B76D-1E6D57B3EACE}" destId="{31907B83-C836-8A4A-A48A-9DD49D80F162}" srcOrd="0" destOrd="0" presId="urn:microsoft.com/office/officeart/2008/layout/NameandTitleOrganizationalChart"/>
    <dgm:cxn modelId="{FF476ADE-1CE4-8349-B6CB-322BBAA9F0F4}" srcId="{36B28F06-E2BE-624C-8F56-6470175F83CC}" destId="{B904632D-BE15-2B4C-AFB5-52920751FE13}" srcOrd="2" destOrd="0" parTransId="{90D26952-82E4-3D40-80BF-0ACF4BA68BE9}" sibTransId="{55F3E47F-17A4-E94B-96A2-03991FC2764D}"/>
    <dgm:cxn modelId="{A4C185DE-4747-B846-8429-B95375BEFB54}" type="presOf" srcId="{6D7F7FC2-D048-2240-8029-1A3304DAB8CC}" destId="{3EB20C4E-C168-2C47-9EA3-0173AB662BA8}" srcOrd="0" destOrd="0" presId="urn:microsoft.com/office/officeart/2008/layout/NameandTitleOrganizationalChart"/>
    <dgm:cxn modelId="{2ED7D8E6-59A6-2149-9DD1-042E4904E6AD}" srcId="{36B28F06-E2BE-624C-8F56-6470175F83CC}" destId="{5A912775-BD74-A246-B02C-63E5158977D1}" srcOrd="0" destOrd="0" parTransId="{0E3DB793-D065-8B43-B76D-1E6D57B3EACE}" sibTransId="{80589D8E-F48D-154D-8D66-A8A4917E5A2D}"/>
    <dgm:cxn modelId="{DECA1DF7-A091-444D-9337-EEE161EE1273}" type="presOf" srcId="{90D26952-82E4-3D40-80BF-0ACF4BA68BE9}" destId="{79F912CB-B871-E943-A009-6BFB7C08D2A1}" srcOrd="0" destOrd="0" presId="urn:microsoft.com/office/officeart/2008/layout/NameandTitleOrganizationalChart"/>
    <dgm:cxn modelId="{F91A6AAA-FD7E-BA42-8A69-D1BCAEC4DE5D}" type="presParOf" srcId="{918EE4E8-7297-5D40-B8F2-D9C8194B06D3}" destId="{E4156840-43D0-174F-865A-169293B74785}" srcOrd="0" destOrd="0" presId="urn:microsoft.com/office/officeart/2008/layout/NameandTitleOrganizationalChart"/>
    <dgm:cxn modelId="{42AE63F1-2956-D145-91D4-6DAFAAFAD16D}" type="presParOf" srcId="{E4156840-43D0-174F-865A-169293B74785}" destId="{2AFF4761-EE64-A542-B679-35F6E2B8BFBB}" srcOrd="0" destOrd="0" presId="urn:microsoft.com/office/officeart/2008/layout/NameandTitleOrganizationalChart"/>
    <dgm:cxn modelId="{469D10FC-7A06-2D40-BE7B-213176969EB0}" type="presParOf" srcId="{2AFF4761-EE64-A542-B679-35F6E2B8BFBB}" destId="{F9314137-E4F2-3D4C-8A65-24670A808680}" srcOrd="0" destOrd="0" presId="urn:microsoft.com/office/officeart/2008/layout/NameandTitleOrganizationalChart"/>
    <dgm:cxn modelId="{3BC03B1A-2753-9748-AAF0-BB5F27BF365D}" type="presParOf" srcId="{2AFF4761-EE64-A542-B679-35F6E2B8BFBB}" destId="{1347DC7D-4AF4-5E43-8315-7481D9455804}" srcOrd="1" destOrd="0" presId="urn:microsoft.com/office/officeart/2008/layout/NameandTitleOrganizationalChart"/>
    <dgm:cxn modelId="{F2B52AB1-B730-A142-9A92-1A4EF9253CD5}" type="presParOf" srcId="{2AFF4761-EE64-A542-B679-35F6E2B8BFBB}" destId="{F747BAD9-4043-CC4C-BFDE-3719E8AF484A}" srcOrd="2" destOrd="0" presId="urn:microsoft.com/office/officeart/2008/layout/NameandTitleOrganizationalChart"/>
    <dgm:cxn modelId="{6ECA9191-071C-8F4C-84B4-2E2556D26BB7}" type="presParOf" srcId="{E4156840-43D0-174F-865A-169293B74785}" destId="{1CAFD2F5-2D1A-E244-9E94-1D414AFC84B5}" srcOrd="1" destOrd="0" presId="urn:microsoft.com/office/officeart/2008/layout/NameandTitleOrganizationalChart"/>
    <dgm:cxn modelId="{6AC6B68E-E925-E74F-8BE3-576BBC9717D1}" type="presParOf" srcId="{1CAFD2F5-2D1A-E244-9E94-1D414AFC84B5}" destId="{79F912CB-B871-E943-A009-6BFB7C08D2A1}" srcOrd="0" destOrd="0" presId="urn:microsoft.com/office/officeart/2008/layout/NameandTitleOrganizationalChart"/>
    <dgm:cxn modelId="{9655A59D-0F6E-984F-8E99-18D5A6A0747B}" type="presParOf" srcId="{1CAFD2F5-2D1A-E244-9E94-1D414AFC84B5}" destId="{2624E466-350A-D849-AF9F-A9524E9C8915}" srcOrd="1" destOrd="0" presId="urn:microsoft.com/office/officeart/2008/layout/NameandTitleOrganizationalChart"/>
    <dgm:cxn modelId="{DFDFFB57-257D-B740-A7C9-CD3812DF0D0B}" type="presParOf" srcId="{2624E466-350A-D849-AF9F-A9524E9C8915}" destId="{84F2FE0B-73B6-884F-9BDC-89F001D2C1A7}" srcOrd="0" destOrd="0" presId="urn:microsoft.com/office/officeart/2008/layout/NameandTitleOrganizationalChart"/>
    <dgm:cxn modelId="{E9C16F92-0EC0-C048-91D7-4EDA154B7EAE}" type="presParOf" srcId="{84F2FE0B-73B6-884F-9BDC-89F001D2C1A7}" destId="{50FB79E2-175C-6043-99BE-88503D4EA79F}" srcOrd="0" destOrd="0" presId="urn:microsoft.com/office/officeart/2008/layout/NameandTitleOrganizationalChart"/>
    <dgm:cxn modelId="{9C176001-89AA-1B46-A3E3-F9A8A95A3D7B}" type="presParOf" srcId="{84F2FE0B-73B6-884F-9BDC-89F001D2C1A7}" destId="{2B3177EE-12EC-CC4B-86F9-8F6C811CB028}" srcOrd="1" destOrd="0" presId="urn:microsoft.com/office/officeart/2008/layout/NameandTitleOrganizationalChart"/>
    <dgm:cxn modelId="{2ECA4FEC-90E5-8B41-83E8-78C1084738B6}" type="presParOf" srcId="{84F2FE0B-73B6-884F-9BDC-89F001D2C1A7}" destId="{776BA0EF-BEF5-5A49-9FDC-19EAF1D8BB60}" srcOrd="2" destOrd="0" presId="urn:microsoft.com/office/officeart/2008/layout/NameandTitleOrganizationalChart"/>
    <dgm:cxn modelId="{8617B0E1-E6E1-9541-9880-13FF2AE8F619}" type="presParOf" srcId="{2624E466-350A-D849-AF9F-A9524E9C8915}" destId="{817D1DC2-3E10-F745-8BE1-1A351A0017B2}" srcOrd="1" destOrd="0" presId="urn:microsoft.com/office/officeart/2008/layout/NameandTitleOrganizationalChart"/>
    <dgm:cxn modelId="{0DB009C0-A1CE-8F45-A261-5C49105D5910}" type="presParOf" srcId="{2624E466-350A-D849-AF9F-A9524E9C8915}" destId="{F4EBD50F-A667-3045-AE74-6164958CDF12}" srcOrd="2" destOrd="0" presId="urn:microsoft.com/office/officeart/2008/layout/NameandTitleOrganizationalChart"/>
    <dgm:cxn modelId="{6F13243A-B530-6A4B-B9D0-48C9A8E3F68A}" type="presParOf" srcId="{1CAFD2F5-2D1A-E244-9E94-1D414AFC84B5}" destId="{3EB20C4E-C168-2C47-9EA3-0173AB662BA8}" srcOrd="2" destOrd="0" presId="urn:microsoft.com/office/officeart/2008/layout/NameandTitleOrganizationalChart"/>
    <dgm:cxn modelId="{2D14FAA0-C25A-2145-BFC8-CA3E4DB3DA83}" type="presParOf" srcId="{1CAFD2F5-2D1A-E244-9E94-1D414AFC84B5}" destId="{303D9246-6B10-554E-BC66-B490952CCA7C}" srcOrd="3" destOrd="0" presId="urn:microsoft.com/office/officeart/2008/layout/NameandTitleOrganizationalChart"/>
    <dgm:cxn modelId="{C197A6C9-3A58-2948-A019-D6A2DF24BBC8}" type="presParOf" srcId="{303D9246-6B10-554E-BC66-B490952CCA7C}" destId="{FDB7C316-BB1B-8849-9CD2-D8D7043238A1}" srcOrd="0" destOrd="0" presId="urn:microsoft.com/office/officeart/2008/layout/NameandTitleOrganizationalChart"/>
    <dgm:cxn modelId="{78D06B28-392F-C648-A943-8A5BBC3CAC8A}" type="presParOf" srcId="{FDB7C316-BB1B-8849-9CD2-D8D7043238A1}" destId="{CBFCE435-C6AE-E449-A5CF-C8CEAA2FC28B}" srcOrd="0" destOrd="0" presId="urn:microsoft.com/office/officeart/2008/layout/NameandTitleOrganizationalChart"/>
    <dgm:cxn modelId="{90BED02A-17BA-BE42-9034-BBB8FF5664C2}" type="presParOf" srcId="{FDB7C316-BB1B-8849-9CD2-D8D7043238A1}" destId="{7374A6AC-0145-1441-BF44-4EE8C93D39BE}" srcOrd="1" destOrd="0" presId="urn:microsoft.com/office/officeart/2008/layout/NameandTitleOrganizationalChart"/>
    <dgm:cxn modelId="{85DD276B-EE4A-7840-88C3-DAADF8426D9A}" type="presParOf" srcId="{FDB7C316-BB1B-8849-9CD2-D8D7043238A1}" destId="{1ECC01AB-6711-A249-9F9A-71D5FD043397}" srcOrd="2" destOrd="0" presId="urn:microsoft.com/office/officeart/2008/layout/NameandTitleOrganizationalChart"/>
    <dgm:cxn modelId="{0714DB80-9FB6-D949-814C-360F66BDCB29}" type="presParOf" srcId="{303D9246-6B10-554E-BC66-B490952CCA7C}" destId="{2722E311-C8A7-0843-BD02-0B1AB2032907}" srcOrd="1" destOrd="0" presId="urn:microsoft.com/office/officeart/2008/layout/NameandTitleOrganizationalChart"/>
    <dgm:cxn modelId="{B22AE591-3C8D-5D44-ABDE-481D5B3706B3}" type="presParOf" srcId="{303D9246-6B10-554E-BC66-B490952CCA7C}" destId="{64990CA2-A80E-E743-A5AD-357237834C7C}" srcOrd="2" destOrd="0" presId="urn:microsoft.com/office/officeart/2008/layout/NameandTitleOrganizationalChart"/>
    <dgm:cxn modelId="{B98A5323-3ECF-2642-A605-B0E9A91E3D8B}" type="presParOf" srcId="{1CAFD2F5-2D1A-E244-9E94-1D414AFC84B5}" destId="{B8F8652F-802E-2743-9975-E8FEF37F49E1}" srcOrd="4" destOrd="0" presId="urn:microsoft.com/office/officeart/2008/layout/NameandTitleOrganizationalChart"/>
    <dgm:cxn modelId="{C69EE9DC-959F-CD4F-875B-944DF75E3DE0}" type="presParOf" srcId="{1CAFD2F5-2D1A-E244-9E94-1D414AFC84B5}" destId="{E870B0C6-540C-5D46-9409-CB7DADEEC2D1}" srcOrd="5" destOrd="0" presId="urn:microsoft.com/office/officeart/2008/layout/NameandTitleOrganizationalChart"/>
    <dgm:cxn modelId="{3CCB78FE-F045-6D4C-9B66-BBA342A2CB92}" type="presParOf" srcId="{E870B0C6-540C-5D46-9409-CB7DADEEC2D1}" destId="{7F628B63-ABD0-B841-A714-C8A718D9BA1E}" srcOrd="0" destOrd="0" presId="urn:microsoft.com/office/officeart/2008/layout/NameandTitleOrganizationalChart"/>
    <dgm:cxn modelId="{A6B2BB99-9998-1845-AB8D-8FBFECFD83E2}" type="presParOf" srcId="{7F628B63-ABD0-B841-A714-C8A718D9BA1E}" destId="{4DB775DB-C27C-244A-A787-82A758F795FF}" srcOrd="0" destOrd="0" presId="urn:microsoft.com/office/officeart/2008/layout/NameandTitleOrganizationalChart"/>
    <dgm:cxn modelId="{FE81B7D2-8C1C-B04E-B7E0-315C238BE982}" type="presParOf" srcId="{7F628B63-ABD0-B841-A714-C8A718D9BA1E}" destId="{17460135-3B8C-4D41-A599-31A5BE1C7AED}" srcOrd="1" destOrd="0" presId="urn:microsoft.com/office/officeart/2008/layout/NameandTitleOrganizationalChart"/>
    <dgm:cxn modelId="{0DA7B473-3F32-5242-B22E-451B581D670F}" type="presParOf" srcId="{7F628B63-ABD0-B841-A714-C8A718D9BA1E}" destId="{073539D9-BDCF-CE48-97EA-566D64A11088}" srcOrd="2" destOrd="0" presId="urn:microsoft.com/office/officeart/2008/layout/NameandTitleOrganizationalChart"/>
    <dgm:cxn modelId="{ED428CA3-D350-8B4E-8C96-CA2B15B4710B}" type="presParOf" srcId="{E870B0C6-540C-5D46-9409-CB7DADEEC2D1}" destId="{2EA10AB4-B38F-3849-8B52-D0F79AAAD797}" srcOrd="1" destOrd="0" presId="urn:microsoft.com/office/officeart/2008/layout/NameandTitleOrganizationalChart"/>
    <dgm:cxn modelId="{9C459E49-CEC6-D646-A1A5-219C91E2AD92}" type="presParOf" srcId="{E870B0C6-540C-5D46-9409-CB7DADEEC2D1}" destId="{F27C0BDB-1D6D-FA4A-A491-100D15B6D33B}" srcOrd="2" destOrd="0" presId="urn:microsoft.com/office/officeart/2008/layout/NameandTitleOrganizationalChart"/>
    <dgm:cxn modelId="{95F865CB-167E-4647-B09A-470F5042DE44}" type="presParOf" srcId="{E4156840-43D0-174F-865A-169293B74785}" destId="{954B4017-85AE-FE4E-A36A-7C83AD59D0CC}" srcOrd="2" destOrd="0" presId="urn:microsoft.com/office/officeart/2008/layout/NameandTitleOrganizationalChart"/>
    <dgm:cxn modelId="{0DC66830-51F3-3542-A799-6F0A2F323D3C}" type="presParOf" srcId="{954B4017-85AE-FE4E-A36A-7C83AD59D0CC}" destId="{31907B83-C836-8A4A-A48A-9DD49D80F162}" srcOrd="0" destOrd="0" presId="urn:microsoft.com/office/officeart/2008/layout/NameandTitleOrganizationalChart"/>
    <dgm:cxn modelId="{9324CE4C-3CF0-EC4A-93CA-BD1F46B1082B}" type="presParOf" srcId="{954B4017-85AE-FE4E-A36A-7C83AD59D0CC}" destId="{114441BC-8C93-FA41-8719-5B1B54715D63}" srcOrd="1" destOrd="0" presId="urn:microsoft.com/office/officeart/2008/layout/NameandTitleOrganizationalChart"/>
    <dgm:cxn modelId="{5631B928-7CD5-F54C-8C45-726B0E377FA2}" type="presParOf" srcId="{114441BC-8C93-FA41-8719-5B1B54715D63}" destId="{D82F504D-F1A2-E34C-AB7D-9ED793388A0A}" srcOrd="0" destOrd="0" presId="urn:microsoft.com/office/officeart/2008/layout/NameandTitleOrganizationalChart"/>
    <dgm:cxn modelId="{0AE13610-97FD-5A43-94CB-99799556A762}" type="presParOf" srcId="{D82F504D-F1A2-E34C-AB7D-9ED793388A0A}" destId="{D4669CB2-A470-0E47-BFA1-34C9F15B8A10}" srcOrd="0" destOrd="0" presId="urn:microsoft.com/office/officeart/2008/layout/NameandTitleOrganizationalChart"/>
    <dgm:cxn modelId="{C8089D5A-D003-1548-9673-662AD1004010}" type="presParOf" srcId="{D82F504D-F1A2-E34C-AB7D-9ED793388A0A}" destId="{9DEC4202-755A-2344-8796-6F2918EB0F12}" srcOrd="1" destOrd="0" presId="urn:microsoft.com/office/officeart/2008/layout/NameandTitleOrganizationalChart"/>
    <dgm:cxn modelId="{77E5B15E-DB14-0C44-B7BC-E2A84EB581F6}" type="presParOf" srcId="{D82F504D-F1A2-E34C-AB7D-9ED793388A0A}" destId="{51350E0A-6637-C649-A579-75E70A421C45}" srcOrd="2" destOrd="0" presId="urn:microsoft.com/office/officeart/2008/layout/NameandTitleOrganizationalChart"/>
    <dgm:cxn modelId="{E8748B3A-6662-A545-A229-DAD6CF193AB7}" type="presParOf" srcId="{114441BC-8C93-FA41-8719-5B1B54715D63}" destId="{BF4B613E-57CB-3F43-A5D8-B86B43A670D4}" srcOrd="1" destOrd="0" presId="urn:microsoft.com/office/officeart/2008/layout/NameandTitleOrganizationalChart"/>
    <dgm:cxn modelId="{DDB77E0A-2486-454B-8220-6C0D9C7B6F75}" type="presParOf" srcId="{114441BC-8C93-FA41-8719-5B1B54715D63}" destId="{4A7C60E3-A6C4-C848-8D15-1EC4B888FEF3}" srcOrd="2" destOrd="0" presId="urn:microsoft.com/office/officeart/2008/layout/NameandTitleOrganizationalChart"/>
    <dgm:cxn modelId="{B3D07A04-4BB2-2B46-8162-E265877E2C2E}" type="presParOf" srcId="{954B4017-85AE-FE4E-A36A-7C83AD59D0CC}" destId="{59A9FE09-59E2-8447-9BB3-26490B2BC205}" srcOrd="2" destOrd="0" presId="urn:microsoft.com/office/officeart/2008/layout/NameandTitleOrganizationalChart"/>
    <dgm:cxn modelId="{0BF9ABCB-5183-FD44-BDE2-F86DA971D282}" type="presParOf" srcId="{954B4017-85AE-FE4E-A36A-7C83AD59D0CC}" destId="{1A2080FB-B194-2E43-906B-DAE5688CCA33}" srcOrd="3" destOrd="0" presId="urn:microsoft.com/office/officeart/2008/layout/NameandTitleOrganizationalChart"/>
    <dgm:cxn modelId="{A166178E-F4E3-9741-A083-558AE4714CEE}" type="presParOf" srcId="{1A2080FB-B194-2E43-906B-DAE5688CCA33}" destId="{DCEBBEB6-CCB4-8D4D-B6AE-69E793E75253}" srcOrd="0" destOrd="0" presId="urn:microsoft.com/office/officeart/2008/layout/NameandTitleOrganizationalChart"/>
    <dgm:cxn modelId="{E03E5DBA-CEBF-0147-81FF-726EB93474EC}" type="presParOf" srcId="{DCEBBEB6-CCB4-8D4D-B6AE-69E793E75253}" destId="{899F5B13-6EDA-6C40-B4A1-B92EBA9853F6}" srcOrd="0" destOrd="0" presId="urn:microsoft.com/office/officeart/2008/layout/NameandTitleOrganizationalChart"/>
    <dgm:cxn modelId="{81C3F130-45DE-3A45-8EBA-8A1604356A4B}" type="presParOf" srcId="{DCEBBEB6-CCB4-8D4D-B6AE-69E793E75253}" destId="{D307560B-580B-844A-AF85-49F62ACEE651}" srcOrd="1" destOrd="0" presId="urn:microsoft.com/office/officeart/2008/layout/NameandTitleOrganizationalChart"/>
    <dgm:cxn modelId="{65EAC452-C0C9-994A-AB3C-42BF7EBED906}" type="presParOf" srcId="{DCEBBEB6-CCB4-8D4D-B6AE-69E793E75253}" destId="{050ABBF3-6427-6A4D-8D47-CED06369BE98}" srcOrd="2" destOrd="0" presId="urn:microsoft.com/office/officeart/2008/layout/NameandTitleOrganizationalChart"/>
    <dgm:cxn modelId="{501506A4-6141-F94E-98AB-C827BE4E2A74}" type="presParOf" srcId="{1A2080FB-B194-2E43-906B-DAE5688CCA33}" destId="{3FC4ACDD-444A-5143-9980-C5C24CD821D2}" srcOrd="1" destOrd="0" presId="urn:microsoft.com/office/officeart/2008/layout/NameandTitleOrganizationalChart"/>
    <dgm:cxn modelId="{392BC273-E8D2-D84A-A2DA-45D263398738}" type="presParOf" srcId="{1A2080FB-B194-2E43-906B-DAE5688CCA33}" destId="{3428B259-8F6E-0348-A647-073538CA7091}" srcOrd="2" destOrd="0" presId="urn:microsoft.com/office/officeart/2008/layout/NameandTitleOrganizational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E89C3DE-5A2D-1B40-9771-BEEE1DF11C4C}" type="doc">
      <dgm:prSet loTypeId="urn:microsoft.com/office/officeart/2008/layout/NameandTitleOrganizationalChart" loCatId="" qsTypeId="urn:microsoft.com/office/officeart/2005/8/quickstyle/simple1" qsCatId="simple" csTypeId="urn:microsoft.com/office/officeart/2005/8/colors/accent1_2" csCatId="accent1" phldr="1"/>
      <dgm:spPr/>
      <dgm:t>
        <a:bodyPr/>
        <a:lstStyle/>
        <a:p>
          <a:endParaRPr lang="en-US"/>
        </a:p>
      </dgm:t>
    </dgm:pt>
    <dgm:pt modelId="{36B28F06-E2BE-624C-8F56-6470175F83CC}">
      <dgm:prSet phldrT="[Text]" custT="1"/>
      <dgm:spPr/>
      <dgm:t>
        <a:bodyPr/>
        <a:lstStyle/>
        <a:p>
          <a:pPr rtl="0"/>
          <a:r>
            <a:rPr lang="en-US" sz="1800" dirty="0"/>
            <a:t>Clinical question</a:t>
          </a:r>
        </a:p>
      </dgm:t>
    </dgm:pt>
    <dgm:pt modelId="{8191AB61-3DB7-9E49-9997-77DBB8997CC2}" type="parTrans" cxnId="{95F9579F-E550-5F44-971C-0D1EAD632899}">
      <dgm:prSet/>
      <dgm:spPr/>
      <dgm:t>
        <a:bodyPr/>
        <a:lstStyle/>
        <a:p>
          <a:endParaRPr lang="en-US"/>
        </a:p>
      </dgm:t>
    </dgm:pt>
    <dgm:pt modelId="{E1F82241-1578-C743-B8F0-7574F0D7BCFD}" type="sibTrans" cxnId="{95F9579F-E550-5F44-971C-0D1EAD632899}">
      <dgm:prSet custT="1"/>
      <dgm:spPr/>
      <dgm:t>
        <a:bodyPr/>
        <a:lstStyle/>
        <a:p>
          <a:pPr algn="ctr"/>
          <a:r>
            <a:rPr lang="en-US" sz="1800" b="0" dirty="0">
              <a:solidFill>
                <a:schemeClr val="tx1"/>
              </a:solidFill>
              <a:latin typeface="Bitstream Charter"/>
              <a:ea typeface="Bitstream Charter"/>
              <a:cs typeface="Bitstream Charter"/>
            </a:rPr>
            <a:t>Can we detect early risk?</a:t>
          </a:r>
          <a:endParaRPr lang="en-US" sz="1800" dirty="0">
            <a:solidFill>
              <a:schemeClr val="tx1"/>
            </a:solidFill>
          </a:endParaRPr>
        </a:p>
      </dgm:t>
    </dgm:pt>
    <dgm:pt modelId="{5A912775-BD74-A246-B02C-63E5158977D1}" type="asst">
      <dgm:prSet phldrT="[Text]" custT="1"/>
      <dgm:spPr/>
      <dgm:t>
        <a:bodyPr/>
        <a:lstStyle/>
        <a:p>
          <a:pPr rtl="0"/>
          <a:r>
            <a:rPr lang="en-US" sz="1800" dirty="0"/>
            <a:t>Data Constraint</a:t>
          </a:r>
        </a:p>
      </dgm:t>
    </dgm:pt>
    <dgm:pt modelId="{0E3DB793-D065-8B43-B76D-1E6D57B3EACE}" type="parTrans" cxnId="{2ED7D8E6-59A6-2149-9DD1-042E4904E6AD}">
      <dgm:prSet/>
      <dgm:spPr/>
      <dgm:t>
        <a:bodyPr/>
        <a:lstStyle/>
        <a:p>
          <a:endParaRPr lang="en-US"/>
        </a:p>
      </dgm:t>
    </dgm:pt>
    <dgm:pt modelId="{80589D8E-F48D-154D-8D66-A8A4917E5A2D}" type="sibTrans" cxnId="{2ED7D8E6-59A6-2149-9DD1-042E4904E6AD}">
      <dgm:prSet custT="1"/>
      <dgm:spPr/>
      <dgm:t>
        <a:bodyPr/>
        <a:lstStyle/>
        <a:p>
          <a:pPr algn="l" rtl="0"/>
          <a:r>
            <a:rPr lang="en-US" sz="1800" dirty="0"/>
            <a:t>Only 200 HFpEF</a:t>
          </a:r>
        </a:p>
      </dgm:t>
    </dgm:pt>
    <dgm:pt modelId="{2B6F2729-184B-E141-B635-0F20F2861154}">
      <dgm:prSet phldrT="[Text]" custT="1"/>
      <dgm:spPr/>
      <dgm:t>
        <a:bodyPr/>
        <a:lstStyle/>
        <a:p>
          <a:pPr rtl="0"/>
          <a:r>
            <a:rPr lang="en-US" sz="2000" dirty="0"/>
            <a:t>Foundation models</a:t>
          </a:r>
        </a:p>
      </dgm:t>
    </dgm:pt>
    <dgm:pt modelId="{6D7F7FC2-D048-2240-8029-1A3304DAB8CC}" type="parTrans" cxnId="{BC402D94-393A-2049-A49C-CD15C2CB0136}">
      <dgm:prSet/>
      <dgm:spPr/>
      <dgm:t>
        <a:bodyPr/>
        <a:lstStyle/>
        <a:p>
          <a:endParaRPr lang="en-US"/>
        </a:p>
      </dgm:t>
    </dgm:pt>
    <dgm:pt modelId="{D055C170-25CF-DB4F-B649-587B4D6BCBF2}" type="sibTrans" cxnId="{BC402D94-393A-2049-A49C-CD15C2CB0136}">
      <dgm:prSet/>
      <dgm:spPr/>
      <dgm:t>
        <a:bodyPr/>
        <a:lstStyle/>
        <a:p>
          <a:pPr rtl="0"/>
          <a:r>
            <a:rPr lang="en-US" dirty="0"/>
            <a:t>Transformer-based?</a:t>
          </a:r>
        </a:p>
      </dgm:t>
    </dgm:pt>
    <dgm:pt modelId="{9DCFA784-C87B-DC42-8245-2DC18F46A69D}">
      <dgm:prSet phldrT="[Text]" custT="1"/>
      <dgm:spPr/>
      <dgm:t>
        <a:bodyPr/>
        <a:lstStyle/>
        <a:p>
          <a:pPr rtl="0"/>
          <a:r>
            <a:rPr lang="en-US" sz="2000" dirty="0"/>
            <a:t>Domain Gap</a:t>
          </a:r>
        </a:p>
      </dgm:t>
    </dgm:pt>
    <dgm:pt modelId="{DAA5E491-19EA-564E-B457-6F84FA3FE870}" type="parTrans" cxnId="{5A710B1B-E71A-4849-88B0-C38AE51BB0EE}">
      <dgm:prSet/>
      <dgm:spPr/>
      <dgm:t>
        <a:bodyPr/>
        <a:lstStyle/>
        <a:p>
          <a:endParaRPr lang="en-US"/>
        </a:p>
      </dgm:t>
    </dgm:pt>
    <dgm:pt modelId="{3175C0CC-C6ED-FA49-BCB7-9EE44EA89C18}" type="sibTrans" cxnId="{5A710B1B-E71A-4849-88B0-C38AE51BB0EE}">
      <dgm:prSet/>
      <dgm:spPr/>
      <dgm:t>
        <a:bodyPr/>
        <a:lstStyle/>
        <a:p>
          <a:pPr rtl="0"/>
          <a:r>
            <a:rPr lang="en-US" dirty="0"/>
            <a:t>Distribution shift?</a:t>
          </a:r>
        </a:p>
      </dgm:t>
    </dgm:pt>
    <dgm:pt modelId="{1679CB31-27AA-5B4E-B956-DA77393261C7}" type="asst">
      <dgm:prSet phldrT="[Text]" custT="1"/>
      <dgm:spPr/>
      <dgm:t>
        <a:bodyPr/>
        <a:lstStyle/>
        <a:p>
          <a:pPr rtl="0"/>
          <a:r>
            <a:rPr lang="en-US" sz="1800" dirty="0"/>
            <a:t> Combine public Data</a:t>
          </a:r>
        </a:p>
      </dgm:t>
    </dgm:pt>
    <dgm:pt modelId="{D045CFBA-B572-A948-9C12-1B7EFF5DDBE4}" type="parTrans" cxnId="{0EE90A46-8D00-1E43-B6D4-5ADBBA3279B1}">
      <dgm:prSet/>
      <dgm:spPr/>
      <dgm:t>
        <a:bodyPr/>
        <a:lstStyle/>
        <a:p>
          <a:endParaRPr lang="en-US"/>
        </a:p>
      </dgm:t>
    </dgm:pt>
    <dgm:pt modelId="{1A2DDAEB-7E4B-7841-98A4-C7328AD6B359}" type="sibTrans" cxnId="{0EE90A46-8D00-1E43-B6D4-5ADBBA3279B1}">
      <dgm:prSet/>
      <dgm:spPr/>
      <dgm:t>
        <a:bodyPr/>
        <a:lstStyle/>
        <a:p>
          <a:pPr rtl="0"/>
          <a:r>
            <a:rPr lang="en-US" dirty="0" err="1"/>
            <a:t>HErEF</a:t>
          </a:r>
          <a:r>
            <a:rPr lang="en-US" dirty="0"/>
            <a:t> and Healthy</a:t>
          </a:r>
        </a:p>
      </dgm:t>
    </dgm:pt>
    <dgm:pt modelId="{88D416C9-4399-764D-BA5D-F59F1171F7E0}">
      <dgm:prSet phldrT="[Text]" custT="1"/>
      <dgm:spPr/>
      <dgm:t>
        <a:bodyPr/>
        <a:lstStyle/>
        <a:p>
          <a:pPr rtl="0"/>
          <a:r>
            <a:rPr lang="en-US" sz="2000" dirty="0"/>
            <a:t>Positional or Temporal</a:t>
          </a:r>
        </a:p>
      </dgm:t>
    </dgm:pt>
    <dgm:pt modelId="{6B9117C8-051E-5048-BAAB-B0416E38A295}" type="parTrans" cxnId="{3DEB0E01-5E4B-3543-90C3-9F6DDC06E02F}">
      <dgm:prSet/>
      <dgm:spPr/>
      <dgm:t>
        <a:bodyPr/>
        <a:lstStyle/>
        <a:p>
          <a:endParaRPr lang="en-US"/>
        </a:p>
      </dgm:t>
    </dgm:pt>
    <dgm:pt modelId="{4D9B00F5-F537-034E-AF32-C771F264C86B}" type="sibTrans" cxnId="{3DEB0E01-5E4B-3543-90C3-9F6DDC06E02F}">
      <dgm:prSet/>
      <dgm:spPr/>
      <dgm:t>
        <a:bodyPr/>
        <a:lstStyle/>
        <a:p>
          <a:pPr rtl="0"/>
          <a:r>
            <a:rPr lang="en-US" dirty="0"/>
            <a:t>TimeSformer?</a:t>
          </a:r>
        </a:p>
      </dgm:t>
    </dgm:pt>
    <dgm:pt modelId="{B904632D-BE15-2B4C-AFB5-52920751FE13}">
      <dgm:prSet phldrT="[Text]" custT="1"/>
      <dgm:spPr/>
      <dgm:t>
        <a:bodyPr/>
        <a:lstStyle/>
        <a:p>
          <a:pPr rtl="0"/>
          <a:r>
            <a:rPr lang="en-US" sz="2000" dirty="0"/>
            <a:t>Cycle-aware</a:t>
          </a:r>
        </a:p>
      </dgm:t>
    </dgm:pt>
    <dgm:pt modelId="{90D26952-82E4-3D40-80BF-0ACF4BA68BE9}" type="parTrans" cxnId="{FF476ADE-1CE4-8349-B6CB-322BBAA9F0F4}">
      <dgm:prSet/>
      <dgm:spPr/>
      <dgm:t>
        <a:bodyPr/>
        <a:lstStyle/>
        <a:p>
          <a:endParaRPr lang="en-US"/>
        </a:p>
      </dgm:t>
    </dgm:pt>
    <dgm:pt modelId="{55F3E47F-17A4-E94B-96A2-03991FC2764D}" type="sibTrans" cxnId="{FF476ADE-1CE4-8349-B6CB-322BBAA9F0F4}">
      <dgm:prSet/>
      <dgm:spPr/>
      <dgm:t>
        <a:bodyPr/>
        <a:lstStyle/>
        <a:p>
          <a:pPr rtl="0"/>
          <a:r>
            <a:rPr lang="en-US" dirty="0"/>
            <a:t>Proxy estimation</a:t>
          </a:r>
        </a:p>
      </dgm:t>
    </dgm:pt>
    <dgm:pt modelId="{918EE4E8-7297-5D40-B8F2-D9C8194B06D3}" type="pres">
      <dgm:prSet presAssocID="{FE89C3DE-5A2D-1B40-9771-BEEE1DF11C4C}" presName="hierChild1" presStyleCnt="0">
        <dgm:presLayoutVars>
          <dgm:orgChart val="1"/>
          <dgm:chPref val="1"/>
          <dgm:dir/>
          <dgm:animOne val="branch"/>
          <dgm:animLvl val="lvl"/>
          <dgm:resizeHandles/>
        </dgm:presLayoutVars>
      </dgm:prSet>
      <dgm:spPr/>
    </dgm:pt>
    <dgm:pt modelId="{E4156840-43D0-174F-865A-169293B74785}" type="pres">
      <dgm:prSet presAssocID="{36B28F06-E2BE-624C-8F56-6470175F83CC}" presName="hierRoot1" presStyleCnt="0">
        <dgm:presLayoutVars>
          <dgm:hierBranch val="init"/>
        </dgm:presLayoutVars>
      </dgm:prSet>
      <dgm:spPr/>
    </dgm:pt>
    <dgm:pt modelId="{2AFF4761-EE64-A542-B679-35F6E2B8BFBB}" type="pres">
      <dgm:prSet presAssocID="{36B28F06-E2BE-624C-8F56-6470175F83CC}" presName="rootComposite1" presStyleCnt="0"/>
      <dgm:spPr/>
    </dgm:pt>
    <dgm:pt modelId="{F9314137-E4F2-3D4C-8A65-24670A808680}" type="pres">
      <dgm:prSet presAssocID="{36B28F06-E2BE-624C-8F56-6470175F83CC}" presName="rootText1" presStyleLbl="node0" presStyleIdx="0" presStyleCnt="1" custScaleX="194076" custScaleY="78479" custLinFactNeighborX="-20903" custLinFactNeighborY="26340">
        <dgm:presLayoutVars>
          <dgm:chMax/>
          <dgm:chPref val="3"/>
        </dgm:presLayoutVars>
      </dgm:prSet>
      <dgm:spPr/>
    </dgm:pt>
    <dgm:pt modelId="{1347DC7D-4AF4-5E43-8315-7481D9455804}" type="pres">
      <dgm:prSet presAssocID="{36B28F06-E2BE-624C-8F56-6470175F83CC}" presName="titleText1" presStyleLbl="fgAcc0" presStyleIdx="0" presStyleCnt="1" custScaleX="213606" custScaleY="139473" custLinFactNeighborX="89453" custLinFactNeighborY="65861">
        <dgm:presLayoutVars>
          <dgm:chMax val="0"/>
          <dgm:chPref val="0"/>
        </dgm:presLayoutVars>
      </dgm:prSet>
      <dgm:spPr/>
    </dgm:pt>
    <dgm:pt modelId="{F747BAD9-4043-CC4C-BFDE-3719E8AF484A}" type="pres">
      <dgm:prSet presAssocID="{36B28F06-E2BE-624C-8F56-6470175F83CC}" presName="rootConnector1" presStyleLbl="node1" presStyleIdx="0" presStyleCnt="4"/>
      <dgm:spPr/>
    </dgm:pt>
    <dgm:pt modelId="{1CAFD2F5-2D1A-E244-9E94-1D414AFC84B5}" type="pres">
      <dgm:prSet presAssocID="{36B28F06-E2BE-624C-8F56-6470175F83CC}" presName="hierChild2" presStyleCnt="0"/>
      <dgm:spPr/>
    </dgm:pt>
    <dgm:pt modelId="{79F912CB-B871-E943-A009-6BFB7C08D2A1}" type="pres">
      <dgm:prSet presAssocID="{90D26952-82E4-3D40-80BF-0ACF4BA68BE9}" presName="Name37" presStyleLbl="parChTrans1D2" presStyleIdx="0" presStyleCnt="5"/>
      <dgm:spPr/>
    </dgm:pt>
    <dgm:pt modelId="{2624E466-350A-D849-AF9F-A9524E9C8915}" type="pres">
      <dgm:prSet presAssocID="{B904632D-BE15-2B4C-AFB5-52920751FE13}" presName="hierRoot2" presStyleCnt="0">
        <dgm:presLayoutVars>
          <dgm:hierBranch val="init"/>
        </dgm:presLayoutVars>
      </dgm:prSet>
      <dgm:spPr/>
    </dgm:pt>
    <dgm:pt modelId="{84F2FE0B-73B6-884F-9BDC-89F001D2C1A7}" type="pres">
      <dgm:prSet presAssocID="{B904632D-BE15-2B4C-AFB5-52920751FE13}" presName="rootComposite" presStyleCnt="0"/>
      <dgm:spPr/>
    </dgm:pt>
    <dgm:pt modelId="{50FB79E2-175C-6043-99BE-88503D4EA79F}" type="pres">
      <dgm:prSet presAssocID="{B904632D-BE15-2B4C-AFB5-52920751FE13}" presName="rootText" presStyleLbl="node1" presStyleIdx="0" presStyleCnt="4" custLinFactNeighborX="-3338" custLinFactNeighborY="19977">
        <dgm:presLayoutVars>
          <dgm:chMax/>
          <dgm:chPref val="3"/>
        </dgm:presLayoutVars>
      </dgm:prSet>
      <dgm:spPr/>
    </dgm:pt>
    <dgm:pt modelId="{2B3177EE-12EC-CC4B-86F9-8F6C811CB028}" type="pres">
      <dgm:prSet presAssocID="{B904632D-BE15-2B4C-AFB5-52920751FE13}" presName="titleText2" presStyleLbl="fgAcc1" presStyleIdx="0" presStyleCnt="4" custScaleY="117529" custLinFactNeighborX="-41275" custLinFactNeighborY="69368">
        <dgm:presLayoutVars>
          <dgm:chMax val="0"/>
          <dgm:chPref val="0"/>
        </dgm:presLayoutVars>
      </dgm:prSet>
      <dgm:spPr/>
    </dgm:pt>
    <dgm:pt modelId="{776BA0EF-BEF5-5A49-9FDC-19EAF1D8BB60}" type="pres">
      <dgm:prSet presAssocID="{B904632D-BE15-2B4C-AFB5-52920751FE13}" presName="rootConnector" presStyleLbl="node2" presStyleIdx="0" presStyleCnt="0"/>
      <dgm:spPr/>
    </dgm:pt>
    <dgm:pt modelId="{817D1DC2-3E10-F745-8BE1-1A351A0017B2}" type="pres">
      <dgm:prSet presAssocID="{B904632D-BE15-2B4C-AFB5-52920751FE13}" presName="hierChild4" presStyleCnt="0"/>
      <dgm:spPr/>
    </dgm:pt>
    <dgm:pt modelId="{F4EBD50F-A667-3045-AE74-6164958CDF12}" type="pres">
      <dgm:prSet presAssocID="{B904632D-BE15-2B4C-AFB5-52920751FE13}" presName="hierChild5" presStyleCnt="0"/>
      <dgm:spPr/>
    </dgm:pt>
    <dgm:pt modelId="{3EB20C4E-C168-2C47-9EA3-0173AB662BA8}" type="pres">
      <dgm:prSet presAssocID="{6D7F7FC2-D048-2240-8029-1A3304DAB8CC}" presName="Name37" presStyleLbl="parChTrans1D2" presStyleIdx="1" presStyleCnt="5"/>
      <dgm:spPr/>
    </dgm:pt>
    <dgm:pt modelId="{303D9246-6B10-554E-BC66-B490952CCA7C}" type="pres">
      <dgm:prSet presAssocID="{2B6F2729-184B-E141-B635-0F20F2861154}" presName="hierRoot2" presStyleCnt="0">
        <dgm:presLayoutVars>
          <dgm:hierBranch val="init"/>
        </dgm:presLayoutVars>
      </dgm:prSet>
      <dgm:spPr/>
    </dgm:pt>
    <dgm:pt modelId="{FDB7C316-BB1B-8849-9CD2-D8D7043238A1}" type="pres">
      <dgm:prSet presAssocID="{2B6F2729-184B-E141-B635-0F20F2861154}" presName="rootComposite" presStyleCnt="0"/>
      <dgm:spPr/>
    </dgm:pt>
    <dgm:pt modelId="{CBFCE435-C6AE-E449-A5CF-C8CEAA2FC28B}" type="pres">
      <dgm:prSet presAssocID="{2B6F2729-184B-E141-B635-0F20F2861154}" presName="rootText" presStyleLbl="node1" presStyleIdx="1" presStyleCnt="4" custScaleX="153869" custScaleY="73935" custLinFactNeighborX="7030" custLinFactNeighborY="12732">
        <dgm:presLayoutVars>
          <dgm:chMax/>
          <dgm:chPref val="3"/>
        </dgm:presLayoutVars>
      </dgm:prSet>
      <dgm:spPr/>
    </dgm:pt>
    <dgm:pt modelId="{7374A6AC-0145-1441-BF44-4EE8C93D39BE}" type="pres">
      <dgm:prSet presAssocID="{2B6F2729-184B-E141-B635-0F20F2861154}" presName="titleText2" presStyleLbl="fgAcc1" presStyleIdx="1" presStyleCnt="4" custLinFactNeighborX="40595" custLinFactNeighborY="14391">
        <dgm:presLayoutVars>
          <dgm:chMax val="0"/>
          <dgm:chPref val="0"/>
        </dgm:presLayoutVars>
      </dgm:prSet>
      <dgm:spPr/>
    </dgm:pt>
    <dgm:pt modelId="{1ECC01AB-6711-A249-9F9A-71D5FD043397}" type="pres">
      <dgm:prSet presAssocID="{2B6F2729-184B-E141-B635-0F20F2861154}" presName="rootConnector" presStyleLbl="node2" presStyleIdx="0" presStyleCnt="0"/>
      <dgm:spPr/>
    </dgm:pt>
    <dgm:pt modelId="{2722E311-C8A7-0843-BD02-0B1AB2032907}" type="pres">
      <dgm:prSet presAssocID="{2B6F2729-184B-E141-B635-0F20F2861154}" presName="hierChild4" presStyleCnt="0"/>
      <dgm:spPr/>
    </dgm:pt>
    <dgm:pt modelId="{25280A67-76C9-CF48-94E4-DB7ACBEC6EA2}" type="pres">
      <dgm:prSet presAssocID="{6B9117C8-051E-5048-BAAB-B0416E38A295}" presName="Name37" presStyleLbl="parChTrans1D3" presStyleIdx="0" presStyleCnt="1"/>
      <dgm:spPr/>
    </dgm:pt>
    <dgm:pt modelId="{8F43392A-CA50-3547-95F3-AEA35CA59495}" type="pres">
      <dgm:prSet presAssocID="{88D416C9-4399-764D-BA5D-F59F1171F7E0}" presName="hierRoot2" presStyleCnt="0">
        <dgm:presLayoutVars>
          <dgm:hierBranch val="init"/>
        </dgm:presLayoutVars>
      </dgm:prSet>
      <dgm:spPr/>
    </dgm:pt>
    <dgm:pt modelId="{7C9C5192-4BFA-A04F-815F-0D7F081064B5}" type="pres">
      <dgm:prSet presAssocID="{88D416C9-4399-764D-BA5D-F59F1171F7E0}" presName="rootComposite" presStyleCnt="0"/>
      <dgm:spPr/>
    </dgm:pt>
    <dgm:pt modelId="{FA51453F-E189-DE47-9453-7928C923030B}" type="pres">
      <dgm:prSet presAssocID="{88D416C9-4399-764D-BA5D-F59F1171F7E0}" presName="rootText" presStyleLbl="node1" presStyleIdx="2" presStyleCnt="4" custLinFactNeighborX="14435" custLinFactNeighborY="-17266">
        <dgm:presLayoutVars>
          <dgm:chMax/>
          <dgm:chPref val="3"/>
        </dgm:presLayoutVars>
      </dgm:prSet>
      <dgm:spPr/>
    </dgm:pt>
    <dgm:pt modelId="{C1CDE55D-F587-0F46-9C73-49C899CC1605}" type="pres">
      <dgm:prSet presAssocID="{88D416C9-4399-764D-BA5D-F59F1171F7E0}" presName="titleText2" presStyleLbl="fgAcc1" presStyleIdx="2" presStyleCnt="4" custLinFactNeighborX="37698" custLinFactNeighborY="-71346">
        <dgm:presLayoutVars>
          <dgm:chMax val="0"/>
          <dgm:chPref val="0"/>
        </dgm:presLayoutVars>
      </dgm:prSet>
      <dgm:spPr/>
    </dgm:pt>
    <dgm:pt modelId="{45B4E835-BDF1-4E48-AC52-FF36535FCD75}" type="pres">
      <dgm:prSet presAssocID="{88D416C9-4399-764D-BA5D-F59F1171F7E0}" presName="rootConnector" presStyleLbl="node3" presStyleIdx="0" presStyleCnt="0"/>
      <dgm:spPr/>
    </dgm:pt>
    <dgm:pt modelId="{BC677369-5FE2-6F4C-9FD4-32BF7E0FE028}" type="pres">
      <dgm:prSet presAssocID="{88D416C9-4399-764D-BA5D-F59F1171F7E0}" presName="hierChild4" presStyleCnt="0"/>
      <dgm:spPr/>
    </dgm:pt>
    <dgm:pt modelId="{C586B744-4296-0B46-A437-C48F26819AB2}" type="pres">
      <dgm:prSet presAssocID="{88D416C9-4399-764D-BA5D-F59F1171F7E0}" presName="hierChild5" presStyleCnt="0"/>
      <dgm:spPr/>
    </dgm:pt>
    <dgm:pt modelId="{64990CA2-A80E-E743-A5AD-357237834C7C}" type="pres">
      <dgm:prSet presAssocID="{2B6F2729-184B-E141-B635-0F20F2861154}" presName="hierChild5" presStyleCnt="0"/>
      <dgm:spPr/>
    </dgm:pt>
    <dgm:pt modelId="{B8F8652F-802E-2743-9975-E8FEF37F49E1}" type="pres">
      <dgm:prSet presAssocID="{DAA5E491-19EA-564E-B457-6F84FA3FE870}" presName="Name37" presStyleLbl="parChTrans1D2" presStyleIdx="2" presStyleCnt="5"/>
      <dgm:spPr/>
    </dgm:pt>
    <dgm:pt modelId="{E870B0C6-540C-5D46-9409-CB7DADEEC2D1}" type="pres">
      <dgm:prSet presAssocID="{9DCFA784-C87B-DC42-8245-2DC18F46A69D}" presName="hierRoot2" presStyleCnt="0">
        <dgm:presLayoutVars>
          <dgm:hierBranch val="init"/>
        </dgm:presLayoutVars>
      </dgm:prSet>
      <dgm:spPr/>
    </dgm:pt>
    <dgm:pt modelId="{7F628B63-ABD0-B841-A714-C8A718D9BA1E}" type="pres">
      <dgm:prSet presAssocID="{9DCFA784-C87B-DC42-8245-2DC18F46A69D}" presName="rootComposite" presStyleCnt="0"/>
      <dgm:spPr/>
    </dgm:pt>
    <dgm:pt modelId="{4DB775DB-C27C-244A-A787-82A758F795FF}" type="pres">
      <dgm:prSet presAssocID="{9DCFA784-C87B-DC42-8245-2DC18F46A69D}" presName="rootText" presStyleLbl="node1" presStyleIdx="3" presStyleCnt="4" custScaleX="131021" custScaleY="77626" custLinFactNeighborX="44695" custLinFactNeighborY="12098">
        <dgm:presLayoutVars>
          <dgm:chMax/>
          <dgm:chPref val="3"/>
        </dgm:presLayoutVars>
      </dgm:prSet>
      <dgm:spPr/>
    </dgm:pt>
    <dgm:pt modelId="{17460135-3B8C-4D41-A599-31A5BE1C7AED}" type="pres">
      <dgm:prSet presAssocID="{9DCFA784-C87B-DC42-8245-2DC18F46A69D}" presName="titleText2" presStyleLbl="fgAcc1" presStyleIdx="3" presStyleCnt="4" custLinFactNeighborX="72028" custLinFactNeighborY="11628">
        <dgm:presLayoutVars>
          <dgm:chMax val="0"/>
          <dgm:chPref val="0"/>
        </dgm:presLayoutVars>
      </dgm:prSet>
      <dgm:spPr/>
    </dgm:pt>
    <dgm:pt modelId="{073539D9-BDCF-CE48-97EA-566D64A11088}" type="pres">
      <dgm:prSet presAssocID="{9DCFA784-C87B-DC42-8245-2DC18F46A69D}" presName="rootConnector" presStyleLbl="node2" presStyleIdx="0" presStyleCnt="0"/>
      <dgm:spPr/>
    </dgm:pt>
    <dgm:pt modelId="{2EA10AB4-B38F-3849-8B52-D0F79AAAD797}" type="pres">
      <dgm:prSet presAssocID="{9DCFA784-C87B-DC42-8245-2DC18F46A69D}" presName="hierChild4" presStyleCnt="0"/>
      <dgm:spPr/>
    </dgm:pt>
    <dgm:pt modelId="{F27C0BDB-1D6D-FA4A-A491-100D15B6D33B}" type="pres">
      <dgm:prSet presAssocID="{9DCFA784-C87B-DC42-8245-2DC18F46A69D}" presName="hierChild5" presStyleCnt="0"/>
      <dgm:spPr/>
    </dgm:pt>
    <dgm:pt modelId="{954B4017-85AE-FE4E-A36A-7C83AD59D0CC}" type="pres">
      <dgm:prSet presAssocID="{36B28F06-E2BE-624C-8F56-6470175F83CC}" presName="hierChild3" presStyleCnt="0"/>
      <dgm:spPr/>
    </dgm:pt>
    <dgm:pt modelId="{31907B83-C836-8A4A-A48A-9DD49D80F162}" type="pres">
      <dgm:prSet presAssocID="{0E3DB793-D065-8B43-B76D-1E6D57B3EACE}" presName="Name96" presStyleLbl="parChTrans1D2" presStyleIdx="3" presStyleCnt="5"/>
      <dgm:spPr/>
    </dgm:pt>
    <dgm:pt modelId="{114441BC-8C93-FA41-8719-5B1B54715D63}" type="pres">
      <dgm:prSet presAssocID="{5A912775-BD74-A246-B02C-63E5158977D1}" presName="hierRoot3" presStyleCnt="0">
        <dgm:presLayoutVars>
          <dgm:hierBranch val="init"/>
        </dgm:presLayoutVars>
      </dgm:prSet>
      <dgm:spPr/>
    </dgm:pt>
    <dgm:pt modelId="{D82F504D-F1A2-E34C-AB7D-9ED793388A0A}" type="pres">
      <dgm:prSet presAssocID="{5A912775-BD74-A246-B02C-63E5158977D1}" presName="rootComposite3" presStyleCnt="0"/>
      <dgm:spPr/>
    </dgm:pt>
    <dgm:pt modelId="{D4669CB2-A470-0E47-BFA1-34C9F15B8A10}" type="pres">
      <dgm:prSet presAssocID="{5A912775-BD74-A246-B02C-63E5158977D1}" presName="rootText3" presStyleLbl="asst1" presStyleIdx="0" presStyleCnt="2" custScaleX="119384" custScaleY="75259" custLinFactNeighborX="-33070" custLinFactNeighborY="-43856">
        <dgm:presLayoutVars>
          <dgm:chPref val="3"/>
        </dgm:presLayoutVars>
      </dgm:prSet>
      <dgm:spPr/>
    </dgm:pt>
    <dgm:pt modelId="{9DEC4202-755A-2344-8796-6F2918EB0F12}" type="pres">
      <dgm:prSet presAssocID="{5A912775-BD74-A246-B02C-63E5158977D1}" presName="titleText3" presStyleLbl="fgAcc2" presStyleIdx="0" presStyleCnt="2" custScaleX="124144" custScaleY="119390" custLinFactX="-14052" custLinFactY="-67907" custLinFactNeighborX="-100000" custLinFactNeighborY="-100000">
        <dgm:presLayoutVars>
          <dgm:chMax val="0"/>
          <dgm:chPref val="0"/>
        </dgm:presLayoutVars>
      </dgm:prSet>
      <dgm:spPr/>
    </dgm:pt>
    <dgm:pt modelId="{51350E0A-6637-C649-A579-75E70A421C45}" type="pres">
      <dgm:prSet presAssocID="{5A912775-BD74-A246-B02C-63E5158977D1}" presName="rootConnector3" presStyleLbl="asst1" presStyleIdx="0" presStyleCnt="2"/>
      <dgm:spPr/>
    </dgm:pt>
    <dgm:pt modelId="{BF4B613E-57CB-3F43-A5D8-B86B43A670D4}" type="pres">
      <dgm:prSet presAssocID="{5A912775-BD74-A246-B02C-63E5158977D1}" presName="hierChild6" presStyleCnt="0"/>
      <dgm:spPr/>
    </dgm:pt>
    <dgm:pt modelId="{4A7C60E3-A6C4-C848-8D15-1EC4B888FEF3}" type="pres">
      <dgm:prSet presAssocID="{5A912775-BD74-A246-B02C-63E5158977D1}" presName="hierChild7" presStyleCnt="0"/>
      <dgm:spPr/>
    </dgm:pt>
    <dgm:pt modelId="{59A9FE09-59E2-8447-9BB3-26490B2BC205}" type="pres">
      <dgm:prSet presAssocID="{D045CFBA-B572-A948-9C12-1B7EFF5DDBE4}" presName="Name96" presStyleLbl="parChTrans1D2" presStyleIdx="4" presStyleCnt="5"/>
      <dgm:spPr/>
    </dgm:pt>
    <dgm:pt modelId="{1A2080FB-B194-2E43-906B-DAE5688CCA33}" type="pres">
      <dgm:prSet presAssocID="{1679CB31-27AA-5B4E-B956-DA77393261C7}" presName="hierRoot3" presStyleCnt="0">
        <dgm:presLayoutVars>
          <dgm:hierBranch val="init"/>
        </dgm:presLayoutVars>
      </dgm:prSet>
      <dgm:spPr/>
    </dgm:pt>
    <dgm:pt modelId="{DCEBBEB6-CCB4-8D4D-B6AE-69E793E75253}" type="pres">
      <dgm:prSet presAssocID="{1679CB31-27AA-5B4E-B956-DA77393261C7}" presName="rootComposite3" presStyleCnt="0"/>
      <dgm:spPr/>
    </dgm:pt>
    <dgm:pt modelId="{899F5B13-6EDA-6C40-B4A1-B92EBA9853F6}" type="pres">
      <dgm:prSet presAssocID="{1679CB31-27AA-5B4E-B956-DA77393261C7}" presName="rootText3" presStyleLbl="asst1" presStyleIdx="1" presStyleCnt="2" custScaleX="168629" custScaleY="72542" custLinFactNeighborX="9668" custLinFactNeighborY="11280">
        <dgm:presLayoutVars>
          <dgm:chPref val="3"/>
        </dgm:presLayoutVars>
      </dgm:prSet>
      <dgm:spPr/>
    </dgm:pt>
    <dgm:pt modelId="{D307560B-580B-844A-AF85-49F62ACEE651}" type="pres">
      <dgm:prSet presAssocID="{1679CB31-27AA-5B4E-B956-DA77393261C7}" presName="titleText3" presStyleLbl="fgAcc2" presStyleIdx="1" presStyleCnt="2" custScaleX="128834" custScaleY="155540" custLinFactNeighborX="62255" custLinFactNeighborY="18024">
        <dgm:presLayoutVars>
          <dgm:chMax val="0"/>
          <dgm:chPref val="0"/>
        </dgm:presLayoutVars>
      </dgm:prSet>
      <dgm:spPr/>
    </dgm:pt>
    <dgm:pt modelId="{050ABBF3-6427-6A4D-8D47-CED06369BE98}" type="pres">
      <dgm:prSet presAssocID="{1679CB31-27AA-5B4E-B956-DA77393261C7}" presName="rootConnector3" presStyleLbl="asst1" presStyleIdx="1" presStyleCnt="2"/>
      <dgm:spPr/>
    </dgm:pt>
    <dgm:pt modelId="{3FC4ACDD-444A-5143-9980-C5C24CD821D2}" type="pres">
      <dgm:prSet presAssocID="{1679CB31-27AA-5B4E-B956-DA77393261C7}" presName="hierChild6" presStyleCnt="0"/>
      <dgm:spPr/>
    </dgm:pt>
    <dgm:pt modelId="{3428B259-8F6E-0348-A647-073538CA7091}" type="pres">
      <dgm:prSet presAssocID="{1679CB31-27AA-5B4E-B956-DA77393261C7}" presName="hierChild7" presStyleCnt="0"/>
      <dgm:spPr/>
    </dgm:pt>
  </dgm:ptLst>
  <dgm:cxnLst>
    <dgm:cxn modelId="{3DEB0E01-5E4B-3543-90C3-9F6DDC06E02F}" srcId="{2B6F2729-184B-E141-B635-0F20F2861154}" destId="{88D416C9-4399-764D-BA5D-F59F1171F7E0}" srcOrd="0" destOrd="0" parTransId="{6B9117C8-051E-5048-BAAB-B0416E38A295}" sibTransId="{4D9B00F5-F537-034E-AF32-C771F264C86B}"/>
    <dgm:cxn modelId="{E769650D-DECA-5A45-9D39-7618090A92A6}" type="presOf" srcId="{E1F82241-1578-C743-B8F0-7574F0D7BCFD}" destId="{1347DC7D-4AF4-5E43-8315-7481D9455804}" srcOrd="0" destOrd="0" presId="urn:microsoft.com/office/officeart/2008/layout/NameandTitleOrganizationalChart"/>
    <dgm:cxn modelId="{51C1370E-6081-0C4D-AC9D-8F065B2A1AAB}" type="presOf" srcId="{4D9B00F5-F537-034E-AF32-C771F264C86B}" destId="{C1CDE55D-F587-0F46-9C73-49C899CC1605}" srcOrd="0" destOrd="0" presId="urn:microsoft.com/office/officeart/2008/layout/NameandTitleOrganizationalChart"/>
    <dgm:cxn modelId="{4799BB0F-C898-4049-B853-9DFF470DD404}" type="presOf" srcId="{88D416C9-4399-764D-BA5D-F59F1171F7E0}" destId="{45B4E835-BDF1-4E48-AC52-FF36535FCD75}" srcOrd="1" destOrd="0" presId="urn:microsoft.com/office/officeart/2008/layout/NameandTitleOrganizationalChart"/>
    <dgm:cxn modelId="{C9D20C11-6F62-844A-9E51-09B0283DAF6F}" type="presOf" srcId="{B904632D-BE15-2B4C-AFB5-52920751FE13}" destId="{50FB79E2-175C-6043-99BE-88503D4EA79F}" srcOrd="0" destOrd="0" presId="urn:microsoft.com/office/officeart/2008/layout/NameandTitleOrganizationalChart"/>
    <dgm:cxn modelId="{5D689017-9617-4640-9D26-8D12EB42810C}" type="presOf" srcId="{5A912775-BD74-A246-B02C-63E5158977D1}" destId="{51350E0A-6637-C649-A579-75E70A421C45}" srcOrd="1" destOrd="0" presId="urn:microsoft.com/office/officeart/2008/layout/NameandTitleOrganizationalChart"/>
    <dgm:cxn modelId="{5A710B1B-E71A-4849-88B0-C38AE51BB0EE}" srcId="{36B28F06-E2BE-624C-8F56-6470175F83CC}" destId="{9DCFA784-C87B-DC42-8245-2DC18F46A69D}" srcOrd="4" destOrd="0" parTransId="{DAA5E491-19EA-564E-B457-6F84FA3FE870}" sibTransId="{3175C0CC-C6ED-FA49-BCB7-9EE44EA89C18}"/>
    <dgm:cxn modelId="{BDF6111C-2059-1F43-B060-05BF113CF348}" type="presOf" srcId="{D055C170-25CF-DB4F-B649-587B4D6BCBF2}" destId="{7374A6AC-0145-1441-BF44-4EE8C93D39BE}" srcOrd="0" destOrd="0" presId="urn:microsoft.com/office/officeart/2008/layout/NameandTitleOrganizationalChart"/>
    <dgm:cxn modelId="{84F4141C-72E1-484C-806B-0498A03EC0CD}" type="presOf" srcId="{1A2DDAEB-7E4B-7841-98A4-C7328AD6B359}" destId="{D307560B-580B-844A-AF85-49F62ACEE651}" srcOrd="0" destOrd="0" presId="urn:microsoft.com/office/officeart/2008/layout/NameandTitleOrganizationalChart"/>
    <dgm:cxn modelId="{399E0929-5EA3-4348-8BE5-EF8E62920BC2}" type="presOf" srcId="{2B6F2729-184B-E141-B635-0F20F2861154}" destId="{CBFCE435-C6AE-E449-A5CF-C8CEAA2FC28B}" srcOrd="0" destOrd="0" presId="urn:microsoft.com/office/officeart/2008/layout/NameandTitleOrganizationalChart"/>
    <dgm:cxn modelId="{F3BFB32A-A096-EE42-973E-0DD7EED2F67A}" type="presOf" srcId="{1679CB31-27AA-5B4E-B956-DA77393261C7}" destId="{899F5B13-6EDA-6C40-B4A1-B92EBA9853F6}" srcOrd="0" destOrd="0" presId="urn:microsoft.com/office/officeart/2008/layout/NameandTitleOrganizationalChart"/>
    <dgm:cxn modelId="{471CFE30-D903-7F47-A1FF-C7BA20C3D64D}" type="presOf" srcId="{9DCFA784-C87B-DC42-8245-2DC18F46A69D}" destId="{4DB775DB-C27C-244A-A787-82A758F795FF}" srcOrd="0" destOrd="0" presId="urn:microsoft.com/office/officeart/2008/layout/NameandTitleOrganizationalChart"/>
    <dgm:cxn modelId="{357EA331-70A8-C248-9B8F-667DB7F4A9C5}" type="presOf" srcId="{6B9117C8-051E-5048-BAAB-B0416E38A295}" destId="{25280A67-76C9-CF48-94E4-DB7ACBEC6EA2}" srcOrd="0" destOrd="0" presId="urn:microsoft.com/office/officeart/2008/layout/NameandTitleOrganizationalChart"/>
    <dgm:cxn modelId="{F3FC723A-DB82-954C-9FF7-A3D5D2642A53}" type="presOf" srcId="{FE89C3DE-5A2D-1B40-9771-BEEE1DF11C4C}" destId="{918EE4E8-7297-5D40-B8F2-D9C8194B06D3}" srcOrd="0" destOrd="0" presId="urn:microsoft.com/office/officeart/2008/layout/NameandTitleOrganizationalChart"/>
    <dgm:cxn modelId="{7CB5413C-0798-7B49-B0C1-BCAFA3D6D103}" type="presOf" srcId="{36B28F06-E2BE-624C-8F56-6470175F83CC}" destId="{F747BAD9-4043-CC4C-BFDE-3719E8AF484A}" srcOrd="1" destOrd="0" presId="urn:microsoft.com/office/officeart/2008/layout/NameandTitleOrganizationalChart"/>
    <dgm:cxn modelId="{0EE90A46-8D00-1E43-B6D4-5ADBBA3279B1}" srcId="{36B28F06-E2BE-624C-8F56-6470175F83CC}" destId="{1679CB31-27AA-5B4E-B956-DA77393261C7}" srcOrd="1" destOrd="0" parTransId="{D045CFBA-B572-A948-9C12-1B7EFF5DDBE4}" sibTransId="{1A2DDAEB-7E4B-7841-98A4-C7328AD6B359}"/>
    <dgm:cxn modelId="{C744AF52-66E6-AD43-991F-3472FD6019F2}" type="presOf" srcId="{36B28F06-E2BE-624C-8F56-6470175F83CC}" destId="{F9314137-E4F2-3D4C-8A65-24670A808680}" srcOrd="0" destOrd="0" presId="urn:microsoft.com/office/officeart/2008/layout/NameandTitleOrganizationalChart"/>
    <dgm:cxn modelId="{6AB05653-4ABA-FB4D-B9DE-72279C2751A3}" type="presOf" srcId="{D045CFBA-B572-A948-9C12-1B7EFF5DDBE4}" destId="{59A9FE09-59E2-8447-9BB3-26490B2BC205}" srcOrd="0" destOrd="0" presId="urn:microsoft.com/office/officeart/2008/layout/NameandTitleOrganizationalChart"/>
    <dgm:cxn modelId="{F1662F81-2533-F54E-8EAD-64D8401DB76D}" type="presOf" srcId="{80589D8E-F48D-154D-8D66-A8A4917E5A2D}" destId="{9DEC4202-755A-2344-8796-6F2918EB0F12}" srcOrd="0" destOrd="0" presId="urn:microsoft.com/office/officeart/2008/layout/NameandTitleOrganizationalChart"/>
    <dgm:cxn modelId="{15824288-9D47-B440-BF2B-E5507B87CAD2}" type="presOf" srcId="{1679CB31-27AA-5B4E-B956-DA77393261C7}" destId="{050ABBF3-6427-6A4D-8D47-CED06369BE98}" srcOrd="1" destOrd="0" presId="urn:microsoft.com/office/officeart/2008/layout/NameandTitleOrganizationalChart"/>
    <dgm:cxn modelId="{640FEE8F-40D7-8648-9613-EE3D8926C106}" type="presOf" srcId="{3175C0CC-C6ED-FA49-BCB7-9EE44EA89C18}" destId="{17460135-3B8C-4D41-A599-31A5BE1C7AED}" srcOrd="0" destOrd="0" presId="urn:microsoft.com/office/officeart/2008/layout/NameandTitleOrganizationalChart"/>
    <dgm:cxn modelId="{C2443C92-4CC6-7B43-9F70-3A375C9894A9}" type="presOf" srcId="{5A912775-BD74-A246-B02C-63E5158977D1}" destId="{D4669CB2-A470-0E47-BFA1-34C9F15B8A10}" srcOrd="0" destOrd="0" presId="urn:microsoft.com/office/officeart/2008/layout/NameandTitleOrganizationalChart"/>
    <dgm:cxn modelId="{BC402D94-393A-2049-A49C-CD15C2CB0136}" srcId="{36B28F06-E2BE-624C-8F56-6470175F83CC}" destId="{2B6F2729-184B-E141-B635-0F20F2861154}" srcOrd="3" destOrd="0" parTransId="{6D7F7FC2-D048-2240-8029-1A3304DAB8CC}" sibTransId="{D055C170-25CF-DB4F-B649-587B4D6BCBF2}"/>
    <dgm:cxn modelId="{FFBDA499-E5EF-5744-9405-AD8260F58C00}" type="presOf" srcId="{2B6F2729-184B-E141-B635-0F20F2861154}" destId="{1ECC01AB-6711-A249-9F9A-71D5FD043397}" srcOrd="1" destOrd="0" presId="urn:microsoft.com/office/officeart/2008/layout/NameandTitleOrganizationalChart"/>
    <dgm:cxn modelId="{EB5B679E-75C9-C744-B567-D75AB0A1D37C}" type="presOf" srcId="{DAA5E491-19EA-564E-B457-6F84FA3FE870}" destId="{B8F8652F-802E-2743-9975-E8FEF37F49E1}" srcOrd="0" destOrd="0" presId="urn:microsoft.com/office/officeart/2008/layout/NameandTitleOrganizationalChart"/>
    <dgm:cxn modelId="{95F9579F-E550-5F44-971C-0D1EAD632899}" srcId="{FE89C3DE-5A2D-1B40-9771-BEEE1DF11C4C}" destId="{36B28F06-E2BE-624C-8F56-6470175F83CC}" srcOrd="0" destOrd="0" parTransId="{8191AB61-3DB7-9E49-9997-77DBB8997CC2}" sibTransId="{E1F82241-1578-C743-B8F0-7574F0D7BCFD}"/>
    <dgm:cxn modelId="{D50F74A5-20C8-0746-B833-968A5EA9354A}" type="presOf" srcId="{B904632D-BE15-2B4C-AFB5-52920751FE13}" destId="{776BA0EF-BEF5-5A49-9FDC-19EAF1D8BB60}" srcOrd="1" destOrd="0" presId="urn:microsoft.com/office/officeart/2008/layout/NameandTitleOrganizationalChart"/>
    <dgm:cxn modelId="{8939E0BE-3184-774B-80EC-FA3BB68FB743}" type="presOf" srcId="{55F3E47F-17A4-E94B-96A2-03991FC2764D}" destId="{2B3177EE-12EC-CC4B-86F9-8F6C811CB028}" srcOrd="0" destOrd="0" presId="urn:microsoft.com/office/officeart/2008/layout/NameandTitleOrganizationalChart"/>
    <dgm:cxn modelId="{56251CC5-5EF8-FE44-B6E5-A27EE23E9C8B}" type="presOf" srcId="{9DCFA784-C87B-DC42-8245-2DC18F46A69D}" destId="{073539D9-BDCF-CE48-97EA-566D64A11088}" srcOrd="1" destOrd="0" presId="urn:microsoft.com/office/officeart/2008/layout/NameandTitleOrganizationalChart"/>
    <dgm:cxn modelId="{A0035ECE-454B-4340-A817-E281AB49B4A3}" type="presOf" srcId="{0E3DB793-D065-8B43-B76D-1E6D57B3EACE}" destId="{31907B83-C836-8A4A-A48A-9DD49D80F162}" srcOrd="0" destOrd="0" presId="urn:microsoft.com/office/officeart/2008/layout/NameandTitleOrganizationalChart"/>
    <dgm:cxn modelId="{FF476ADE-1CE4-8349-B6CB-322BBAA9F0F4}" srcId="{36B28F06-E2BE-624C-8F56-6470175F83CC}" destId="{B904632D-BE15-2B4C-AFB5-52920751FE13}" srcOrd="2" destOrd="0" parTransId="{90D26952-82E4-3D40-80BF-0ACF4BA68BE9}" sibTransId="{55F3E47F-17A4-E94B-96A2-03991FC2764D}"/>
    <dgm:cxn modelId="{A4C185DE-4747-B846-8429-B95375BEFB54}" type="presOf" srcId="{6D7F7FC2-D048-2240-8029-1A3304DAB8CC}" destId="{3EB20C4E-C168-2C47-9EA3-0173AB662BA8}" srcOrd="0" destOrd="0" presId="urn:microsoft.com/office/officeart/2008/layout/NameandTitleOrganizationalChart"/>
    <dgm:cxn modelId="{2ED7D8E6-59A6-2149-9DD1-042E4904E6AD}" srcId="{36B28F06-E2BE-624C-8F56-6470175F83CC}" destId="{5A912775-BD74-A246-B02C-63E5158977D1}" srcOrd="0" destOrd="0" parTransId="{0E3DB793-D065-8B43-B76D-1E6D57B3EACE}" sibTransId="{80589D8E-F48D-154D-8D66-A8A4917E5A2D}"/>
    <dgm:cxn modelId="{AD73B7EA-6D86-354F-AEA8-C5FD3505F474}" type="presOf" srcId="{88D416C9-4399-764D-BA5D-F59F1171F7E0}" destId="{FA51453F-E189-DE47-9453-7928C923030B}" srcOrd="0" destOrd="0" presId="urn:microsoft.com/office/officeart/2008/layout/NameandTitleOrganizationalChart"/>
    <dgm:cxn modelId="{DECA1DF7-A091-444D-9337-EEE161EE1273}" type="presOf" srcId="{90D26952-82E4-3D40-80BF-0ACF4BA68BE9}" destId="{79F912CB-B871-E943-A009-6BFB7C08D2A1}" srcOrd="0" destOrd="0" presId="urn:microsoft.com/office/officeart/2008/layout/NameandTitleOrganizationalChart"/>
    <dgm:cxn modelId="{F91A6AAA-FD7E-BA42-8A69-D1BCAEC4DE5D}" type="presParOf" srcId="{918EE4E8-7297-5D40-B8F2-D9C8194B06D3}" destId="{E4156840-43D0-174F-865A-169293B74785}" srcOrd="0" destOrd="0" presId="urn:microsoft.com/office/officeart/2008/layout/NameandTitleOrganizationalChart"/>
    <dgm:cxn modelId="{42AE63F1-2956-D145-91D4-6DAFAAFAD16D}" type="presParOf" srcId="{E4156840-43D0-174F-865A-169293B74785}" destId="{2AFF4761-EE64-A542-B679-35F6E2B8BFBB}" srcOrd="0" destOrd="0" presId="urn:microsoft.com/office/officeart/2008/layout/NameandTitleOrganizationalChart"/>
    <dgm:cxn modelId="{469D10FC-7A06-2D40-BE7B-213176969EB0}" type="presParOf" srcId="{2AFF4761-EE64-A542-B679-35F6E2B8BFBB}" destId="{F9314137-E4F2-3D4C-8A65-24670A808680}" srcOrd="0" destOrd="0" presId="urn:microsoft.com/office/officeart/2008/layout/NameandTitleOrganizationalChart"/>
    <dgm:cxn modelId="{3BC03B1A-2753-9748-AAF0-BB5F27BF365D}" type="presParOf" srcId="{2AFF4761-EE64-A542-B679-35F6E2B8BFBB}" destId="{1347DC7D-4AF4-5E43-8315-7481D9455804}" srcOrd="1" destOrd="0" presId="urn:microsoft.com/office/officeart/2008/layout/NameandTitleOrganizationalChart"/>
    <dgm:cxn modelId="{F2B52AB1-B730-A142-9A92-1A4EF9253CD5}" type="presParOf" srcId="{2AFF4761-EE64-A542-B679-35F6E2B8BFBB}" destId="{F747BAD9-4043-CC4C-BFDE-3719E8AF484A}" srcOrd="2" destOrd="0" presId="urn:microsoft.com/office/officeart/2008/layout/NameandTitleOrganizationalChart"/>
    <dgm:cxn modelId="{6ECA9191-071C-8F4C-84B4-2E2556D26BB7}" type="presParOf" srcId="{E4156840-43D0-174F-865A-169293B74785}" destId="{1CAFD2F5-2D1A-E244-9E94-1D414AFC84B5}" srcOrd="1" destOrd="0" presId="urn:microsoft.com/office/officeart/2008/layout/NameandTitleOrganizationalChart"/>
    <dgm:cxn modelId="{6AC6B68E-E925-E74F-8BE3-576BBC9717D1}" type="presParOf" srcId="{1CAFD2F5-2D1A-E244-9E94-1D414AFC84B5}" destId="{79F912CB-B871-E943-A009-6BFB7C08D2A1}" srcOrd="0" destOrd="0" presId="urn:microsoft.com/office/officeart/2008/layout/NameandTitleOrganizationalChart"/>
    <dgm:cxn modelId="{9655A59D-0F6E-984F-8E99-18D5A6A0747B}" type="presParOf" srcId="{1CAFD2F5-2D1A-E244-9E94-1D414AFC84B5}" destId="{2624E466-350A-D849-AF9F-A9524E9C8915}" srcOrd="1" destOrd="0" presId="urn:microsoft.com/office/officeart/2008/layout/NameandTitleOrganizationalChart"/>
    <dgm:cxn modelId="{DFDFFB57-257D-B740-A7C9-CD3812DF0D0B}" type="presParOf" srcId="{2624E466-350A-D849-AF9F-A9524E9C8915}" destId="{84F2FE0B-73B6-884F-9BDC-89F001D2C1A7}" srcOrd="0" destOrd="0" presId="urn:microsoft.com/office/officeart/2008/layout/NameandTitleOrganizationalChart"/>
    <dgm:cxn modelId="{E9C16F92-0EC0-C048-91D7-4EDA154B7EAE}" type="presParOf" srcId="{84F2FE0B-73B6-884F-9BDC-89F001D2C1A7}" destId="{50FB79E2-175C-6043-99BE-88503D4EA79F}" srcOrd="0" destOrd="0" presId="urn:microsoft.com/office/officeart/2008/layout/NameandTitleOrganizationalChart"/>
    <dgm:cxn modelId="{9C176001-89AA-1B46-A3E3-F9A8A95A3D7B}" type="presParOf" srcId="{84F2FE0B-73B6-884F-9BDC-89F001D2C1A7}" destId="{2B3177EE-12EC-CC4B-86F9-8F6C811CB028}" srcOrd="1" destOrd="0" presId="urn:microsoft.com/office/officeart/2008/layout/NameandTitleOrganizationalChart"/>
    <dgm:cxn modelId="{2ECA4FEC-90E5-8B41-83E8-78C1084738B6}" type="presParOf" srcId="{84F2FE0B-73B6-884F-9BDC-89F001D2C1A7}" destId="{776BA0EF-BEF5-5A49-9FDC-19EAF1D8BB60}" srcOrd="2" destOrd="0" presId="urn:microsoft.com/office/officeart/2008/layout/NameandTitleOrganizationalChart"/>
    <dgm:cxn modelId="{8617B0E1-E6E1-9541-9880-13FF2AE8F619}" type="presParOf" srcId="{2624E466-350A-D849-AF9F-A9524E9C8915}" destId="{817D1DC2-3E10-F745-8BE1-1A351A0017B2}" srcOrd="1" destOrd="0" presId="urn:microsoft.com/office/officeart/2008/layout/NameandTitleOrganizationalChart"/>
    <dgm:cxn modelId="{0DB009C0-A1CE-8F45-A261-5C49105D5910}" type="presParOf" srcId="{2624E466-350A-D849-AF9F-A9524E9C8915}" destId="{F4EBD50F-A667-3045-AE74-6164958CDF12}" srcOrd="2" destOrd="0" presId="urn:microsoft.com/office/officeart/2008/layout/NameandTitleOrganizationalChart"/>
    <dgm:cxn modelId="{6F13243A-B530-6A4B-B9D0-48C9A8E3F68A}" type="presParOf" srcId="{1CAFD2F5-2D1A-E244-9E94-1D414AFC84B5}" destId="{3EB20C4E-C168-2C47-9EA3-0173AB662BA8}" srcOrd="2" destOrd="0" presId="urn:microsoft.com/office/officeart/2008/layout/NameandTitleOrganizationalChart"/>
    <dgm:cxn modelId="{2D14FAA0-C25A-2145-BFC8-CA3E4DB3DA83}" type="presParOf" srcId="{1CAFD2F5-2D1A-E244-9E94-1D414AFC84B5}" destId="{303D9246-6B10-554E-BC66-B490952CCA7C}" srcOrd="3" destOrd="0" presId="urn:microsoft.com/office/officeart/2008/layout/NameandTitleOrganizationalChart"/>
    <dgm:cxn modelId="{C197A6C9-3A58-2948-A019-D6A2DF24BBC8}" type="presParOf" srcId="{303D9246-6B10-554E-BC66-B490952CCA7C}" destId="{FDB7C316-BB1B-8849-9CD2-D8D7043238A1}" srcOrd="0" destOrd="0" presId="urn:microsoft.com/office/officeart/2008/layout/NameandTitleOrganizationalChart"/>
    <dgm:cxn modelId="{78D06B28-392F-C648-A943-8A5BBC3CAC8A}" type="presParOf" srcId="{FDB7C316-BB1B-8849-9CD2-D8D7043238A1}" destId="{CBFCE435-C6AE-E449-A5CF-C8CEAA2FC28B}" srcOrd="0" destOrd="0" presId="urn:microsoft.com/office/officeart/2008/layout/NameandTitleOrganizationalChart"/>
    <dgm:cxn modelId="{90BED02A-17BA-BE42-9034-BBB8FF5664C2}" type="presParOf" srcId="{FDB7C316-BB1B-8849-9CD2-D8D7043238A1}" destId="{7374A6AC-0145-1441-BF44-4EE8C93D39BE}" srcOrd="1" destOrd="0" presId="urn:microsoft.com/office/officeart/2008/layout/NameandTitleOrganizationalChart"/>
    <dgm:cxn modelId="{85DD276B-EE4A-7840-88C3-DAADF8426D9A}" type="presParOf" srcId="{FDB7C316-BB1B-8849-9CD2-D8D7043238A1}" destId="{1ECC01AB-6711-A249-9F9A-71D5FD043397}" srcOrd="2" destOrd="0" presId="urn:microsoft.com/office/officeart/2008/layout/NameandTitleOrganizationalChart"/>
    <dgm:cxn modelId="{0714DB80-9FB6-D949-814C-360F66BDCB29}" type="presParOf" srcId="{303D9246-6B10-554E-BC66-B490952CCA7C}" destId="{2722E311-C8A7-0843-BD02-0B1AB2032907}" srcOrd="1" destOrd="0" presId="urn:microsoft.com/office/officeart/2008/layout/NameandTitleOrganizationalChart"/>
    <dgm:cxn modelId="{EE0E7E6A-5D54-EE4F-AC52-FB2595D649CE}" type="presParOf" srcId="{2722E311-C8A7-0843-BD02-0B1AB2032907}" destId="{25280A67-76C9-CF48-94E4-DB7ACBEC6EA2}" srcOrd="0" destOrd="0" presId="urn:microsoft.com/office/officeart/2008/layout/NameandTitleOrganizationalChart"/>
    <dgm:cxn modelId="{74061DF4-C7A0-BA42-85E3-47926862B41D}" type="presParOf" srcId="{2722E311-C8A7-0843-BD02-0B1AB2032907}" destId="{8F43392A-CA50-3547-95F3-AEA35CA59495}" srcOrd="1" destOrd="0" presId="urn:microsoft.com/office/officeart/2008/layout/NameandTitleOrganizationalChart"/>
    <dgm:cxn modelId="{13D2851E-7153-DB41-8096-7BFAE41EBF48}" type="presParOf" srcId="{8F43392A-CA50-3547-95F3-AEA35CA59495}" destId="{7C9C5192-4BFA-A04F-815F-0D7F081064B5}" srcOrd="0" destOrd="0" presId="urn:microsoft.com/office/officeart/2008/layout/NameandTitleOrganizationalChart"/>
    <dgm:cxn modelId="{53F7DE00-41A9-0649-A2FA-F3DF918C98AC}" type="presParOf" srcId="{7C9C5192-4BFA-A04F-815F-0D7F081064B5}" destId="{FA51453F-E189-DE47-9453-7928C923030B}" srcOrd="0" destOrd="0" presId="urn:microsoft.com/office/officeart/2008/layout/NameandTitleOrganizationalChart"/>
    <dgm:cxn modelId="{655BD48C-9751-2744-8C54-EB8C395F6676}" type="presParOf" srcId="{7C9C5192-4BFA-A04F-815F-0D7F081064B5}" destId="{C1CDE55D-F587-0F46-9C73-49C899CC1605}" srcOrd="1" destOrd="0" presId="urn:microsoft.com/office/officeart/2008/layout/NameandTitleOrganizationalChart"/>
    <dgm:cxn modelId="{B4AA115A-3DF8-B749-8C4D-24CA9A6612A0}" type="presParOf" srcId="{7C9C5192-4BFA-A04F-815F-0D7F081064B5}" destId="{45B4E835-BDF1-4E48-AC52-FF36535FCD75}" srcOrd="2" destOrd="0" presId="urn:microsoft.com/office/officeart/2008/layout/NameandTitleOrganizationalChart"/>
    <dgm:cxn modelId="{0E06B93D-9C9C-B246-BE1B-E46914B2B425}" type="presParOf" srcId="{8F43392A-CA50-3547-95F3-AEA35CA59495}" destId="{BC677369-5FE2-6F4C-9FD4-32BF7E0FE028}" srcOrd="1" destOrd="0" presId="urn:microsoft.com/office/officeart/2008/layout/NameandTitleOrganizationalChart"/>
    <dgm:cxn modelId="{0F118AC1-AD2B-FE4C-941C-FFF7CC8E08BD}" type="presParOf" srcId="{8F43392A-CA50-3547-95F3-AEA35CA59495}" destId="{C586B744-4296-0B46-A437-C48F26819AB2}" srcOrd="2" destOrd="0" presId="urn:microsoft.com/office/officeart/2008/layout/NameandTitleOrganizationalChart"/>
    <dgm:cxn modelId="{B22AE591-3C8D-5D44-ABDE-481D5B3706B3}" type="presParOf" srcId="{303D9246-6B10-554E-BC66-B490952CCA7C}" destId="{64990CA2-A80E-E743-A5AD-357237834C7C}" srcOrd="2" destOrd="0" presId="urn:microsoft.com/office/officeart/2008/layout/NameandTitleOrganizationalChart"/>
    <dgm:cxn modelId="{B98A5323-3ECF-2642-A605-B0E9A91E3D8B}" type="presParOf" srcId="{1CAFD2F5-2D1A-E244-9E94-1D414AFC84B5}" destId="{B8F8652F-802E-2743-9975-E8FEF37F49E1}" srcOrd="4" destOrd="0" presId="urn:microsoft.com/office/officeart/2008/layout/NameandTitleOrganizationalChart"/>
    <dgm:cxn modelId="{C69EE9DC-959F-CD4F-875B-944DF75E3DE0}" type="presParOf" srcId="{1CAFD2F5-2D1A-E244-9E94-1D414AFC84B5}" destId="{E870B0C6-540C-5D46-9409-CB7DADEEC2D1}" srcOrd="5" destOrd="0" presId="urn:microsoft.com/office/officeart/2008/layout/NameandTitleOrganizationalChart"/>
    <dgm:cxn modelId="{3CCB78FE-F045-6D4C-9B66-BBA342A2CB92}" type="presParOf" srcId="{E870B0C6-540C-5D46-9409-CB7DADEEC2D1}" destId="{7F628B63-ABD0-B841-A714-C8A718D9BA1E}" srcOrd="0" destOrd="0" presId="urn:microsoft.com/office/officeart/2008/layout/NameandTitleOrganizationalChart"/>
    <dgm:cxn modelId="{A6B2BB99-9998-1845-AB8D-8FBFECFD83E2}" type="presParOf" srcId="{7F628B63-ABD0-B841-A714-C8A718D9BA1E}" destId="{4DB775DB-C27C-244A-A787-82A758F795FF}" srcOrd="0" destOrd="0" presId="urn:microsoft.com/office/officeart/2008/layout/NameandTitleOrganizationalChart"/>
    <dgm:cxn modelId="{FE81B7D2-8C1C-B04E-B7E0-315C238BE982}" type="presParOf" srcId="{7F628B63-ABD0-B841-A714-C8A718D9BA1E}" destId="{17460135-3B8C-4D41-A599-31A5BE1C7AED}" srcOrd="1" destOrd="0" presId="urn:microsoft.com/office/officeart/2008/layout/NameandTitleOrganizationalChart"/>
    <dgm:cxn modelId="{0DA7B473-3F32-5242-B22E-451B581D670F}" type="presParOf" srcId="{7F628B63-ABD0-B841-A714-C8A718D9BA1E}" destId="{073539D9-BDCF-CE48-97EA-566D64A11088}" srcOrd="2" destOrd="0" presId="urn:microsoft.com/office/officeart/2008/layout/NameandTitleOrganizationalChart"/>
    <dgm:cxn modelId="{ED428CA3-D350-8B4E-8C96-CA2B15B4710B}" type="presParOf" srcId="{E870B0C6-540C-5D46-9409-CB7DADEEC2D1}" destId="{2EA10AB4-B38F-3849-8B52-D0F79AAAD797}" srcOrd="1" destOrd="0" presId="urn:microsoft.com/office/officeart/2008/layout/NameandTitleOrganizationalChart"/>
    <dgm:cxn modelId="{9C459E49-CEC6-D646-A1A5-219C91E2AD92}" type="presParOf" srcId="{E870B0C6-540C-5D46-9409-CB7DADEEC2D1}" destId="{F27C0BDB-1D6D-FA4A-A491-100D15B6D33B}" srcOrd="2" destOrd="0" presId="urn:microsoft.com/office/officeart/2008/layout/NameandTitleOrganizationalChart"/>
    <dgm:cxn modelId="{95F865CB-167E-4647-B09A-470F5042DE44}" type="presParOf" srcId="{E4156840-43D0-174F-865A-169293B74785}" destId="{954B4017-85AE-FE4E-A36A-7C83AD59D0CC}" srcOrd="2" destOrd="0" presId="urn:microsoft.com/office/officeart/2008/layout/NameandTitleOrganizationalChart"/>
    <dgm:cxn modelId="{0DC66830-51F3-3542-A799-6F0A2F323D3C}" type="presParOf" srcId="{954B4017-85AE-FE4E-A36A-7C83AD59D0CC}" destId="{31907B83-C836-8A4A-A48A-9DD49D80F162}" srcOrd="0" destOrd="0" presId="urn:microsoft.com/office/officeart/2008/layout/NameandTitleOrganizationalChart"/>
    <dgm:cxn modelId="{9324CE4C-3CF0-EC4A-93CA-BD1F46B1082B}" type="presParOf" srcId="{954B4017-85AE-FE4E-A36A-7C83AD59D0CC}" destId="{114441BC-8C93-FA41-8719-5B1B54715D63}" srcOrd="1" destOrd="0" presId="urn:microsoft.com/office/officeart/2008/layout/NameandTitleOrganizationalChart"/>
    <dgm:cxn modelId="{5631B928-7CD5-F54C-8C45-726B0E377FA2}" type="presParOf" srcId="{114441BC-8C93-FA41-8719-5B1B54715D63}" destId="{D82F504D-F1A2-E34C-AB7D-9ED793388A0A}" srcOrd="0" destOrd="0" presId="urn:microsoft.com/office/officeart/2008/layout/NameandTitleOrganizationalChart"/>
    <dgm:cxn modelId="{0AE13610-97FD-5A43-94CB-99799556A762}" type="presParOf" srcId="{D82F504D-F1A2-E34C-AB7D-9ED793388A0A}" destId="{D4669CB2-A470-0E47-BFA1-34C9F15B8A10}" srcOrd="0" destOrd="0" presId="urn:microsoft.com/office/officeart/2008/layout/NameandTitleOrganizationalChart"/>
    <dgm:cxn modelId="{C8089D5A-D003-1548-9673-662AD1004010}" type="presParOf" srcId="{D82F504D-F1A2-E34C-AB7D-9ED793388A0A}" destId="{9DEC4202-755A-2344-8796-6F2918EB0F12}" srcOrd="1" destOrd="0" presId="urn:microsoft.com/office/officeart/2008/layout/NameandTitleOrganizationalChart"/>
    <dgm:cxn modelId="{77E5B15E-DB14-0C44-B7BC-E2A84EB581F6}" type="presParOf" srcId="{D82F504D-F1A2-E34C-AB7D-9ED793388A0A}" destId="{51350E0A-6637-C649-A579-75E70A421C45}" srcOrd="2" destOrd="0" presId="urn:microsoft.com/office/officeart/2008/layout/NameandTitleOrganizationalChart"/>
    <dgm:cxn modelId="{E8748B3A-6662-A545-A229-DAD6CF193AB7}" type="presParOf" srcId="{114441BC-8C93-FA41-8719-5B1B54715D63}" destId="{BF4B613E-57CB-3F43-A5D8-B86B43A670D4}" srcOrd="1" destOrd="0" presId="urn:microsoft.com/office/officeart/2008/layout/NameandTitleOrganizationalChart"/>
    <dgm:cxn modelId="{DDB77E0A-2486-454B-8220-6C0D9C7B6F75}" type="presParOf" srcId="{114441BC-8C93-FA41-8719-5B1B54715D63}" destId="{4A7C60E3-A6C4-C848-8D15-1EC4B888FEF3}" srcOrd="2" destOrd="0" presId="urn:microsoft.com/office/officeart/2008/layout/NameandTitleOrganizationalChart"/>
    <dgm:cxn modelId="{B3D07A04-4BB2-2B46-8162-E265877E2C2E}" type="presParOf" srcId="{954B4017-85AE-FE4E-A36A-7C83AD59D0CC}" destId="{59A9FE09-59E2-8447-9BB3-26490B2BC205}" srcOrd="2" destOrd="0" presId="urn:microsoft.com/office/officeart/2008/layout/NameandTitleOrganizationalChart"/>
    <dgm:cxn modelId="{0BF9ABCB-5183-FD44-BDE2-F86DA971D282}" type="presParOf" srcId="{954B4017-85AE-FE4E-A36A-7C83AD59D0CC}" destId="{1A2080FB-B194-2E43-906B-DAE5688CCA33}" srcOrd="3" destOrd="0" presId="urn:microsoft.com/office/officeart/2008/layout/NameandTitleOrganizationalChart"/>
    <dgm:cxn modelId="{A166178E-F4E3-9741-A083-558AE4714CEE}" type="presParOf" srcId="{1A2080FB-B194-2E43-906B-DAE5688CCA33}" destId="{DCEBBEB6-CCB4-8D4D-B6AE-69E793E75253}" srcOrd="0" destOrd="0" presId="urn:microsoft.com/office/officeart/2008/layout/NameandTitleOrganizationalChart"/>
    <dgm:cxn modelId="{E03E5DBA-CEBF-0147-81FF-726EB93474EC}" type="presParOf" srcId="{DCEBBEB6-CCB4-8D4D-B6AE-69E793E75253}" destId="{899F5B13-6EDA-6C40-B4A1-B92EBA9853F6}" srcOrd="0" destOrd="0" presId="urn:microsoft.com/office/officeart/2008/layout/NameandTitleOrganizationalChart"/>
    <dgm:cxn modelId="{81C3F130-45DE-3A45-8EBA-8A1604356A4B}" type="presParOf" srcId="{DCEBBEB6-CCB4-8D4D-B6AE-69E793E75253}" destId="{D307560B-580B-844A-AF85-49F62ACEE651}" srcOrd="1" destOrd="0" presId="urn:microsoft.com/office/officeart/2008/layout/NameandTitleOrganizationalChart"/>
    <dgm:cxn modelId="{65EAC452-C0C9-994A-AB3C-42BF7EBED906}" type="presParOf" srcId="{DCEBBEB6-CCB4-8D4D-B6AE-69E793E75253}" destId="{050ABBF3-6427-6A4D-8D47-CED06369BE98}" srcOrd="2" destOrd="0" presId="urn:microsoft.com/office/officeart/2008/layout/NameandTitleOrganizationalChart"/>
    <dgm:cxn modelId="{501506A4-6141-F94E-98AB-C827BE4E2A74}" type="presParOf" srcId="{1A2080FB-B194-2E43-906B-DAE5688CCA33}" destId="{3FC4ACDD-444A-5143-9980-C5C24CD821D2}" srcOrd="1" destOrd="0" presId="urn:microsoft.com/office/officeart/2008/layout/NameandTitleOrganizationalChart"/>
    <dgm:cxn modelId="{392BC273-E8D2-D84A-A2DA-45D263398738}" type="presParOf" srcId="{1A2080FB-B194-2E43-906B-DAE5688CCA33}" destId="{3428B259-8F6E-0348-A647-073538CA7091}" srcOrd="2" destOrd="0" presId="urn:microsoft.com/office/officeart/2008/layout/NameandTitleOrganizational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E89C3DE-5A2D-1B40-9771-BEEE1DF11C4C}" type="doc">
      <dgm:prSet loTypeId="urn:microsoft.com/office/officeart/2008/layout/NameandTitleOrganizationalChart" loCatId="" qsTypeId="urn:microsoft.com/office/officeart/2005/8/quickstyle/simple1" qsCatId="simple" csTypeId="urn:microsoft.com/office/officeart/2005/8/colors/accent1_2" csCatId="accent1" phldr="1"/>
      <dgm:spPr/>
      <dgm:t>
        <a:bodyPr/>
        <a:lstStyle/>
        <a:p>
          <a:endParaRPr lang="en-US"/>
        </a:p>
      </dgm:t>
    </dgm:pt>
    <dgm:pt modelId="{36B28F06-E2BE-624C-8F56-6470175F83CC}">
      <dgm:prSet phldrT="[Text]" custT="1"/>
      <dgm:spPr/>
      <dgm:t>
        <a:bodyPr/>
        <a:lstStyle/>
        <a:p>
          <a:pPr rtl="0"/>
          <a:r>
            <a:rPr lang="en-US" sz="1800" dirty="0"/>
            <a:t>Clinical question</a:t>
          </a:r>
        </a:p>
      </dgm:t>
    </dgm:pt>
    <dgm:pt modelId="{8191AB61-3DB7-9E49-9997-77DBB8997CC2}" type="parTrans" cxnId="{95F9579F-E550-5F44-971C-0D1EAD632899}">
      <dgm:prSet/>
      <dgm:spPr/>
      <dgm:t>
        <a:bodyPr/>
        <a:lstStyle/>
        <a:p>
          <a:endParaRPr lang="en-US"/>
        </a:p>
      </dgm:t>
    </dgm:pt>
    <dgm:pt modelId="{E1F82241-1578-C743-B8F0-7574F0D7BCFD}" type="sibTrans" cxnId="{95F9579F-E550-5F44-971C-0D1EAD632899}">
      <dgm:prSet custT="1"/>
      <dgm:spPr/>
      <dgm:t>
        <a:bodyPr/>
        <a:lstStyle/>
        <a:p>
          <a:pPr algn="ctr"/>
          <a:r>
            <a:rPr lang="en-US" sz="1800" b="0" dirty="0">
              <a:solidFill>
                <a:schemeClr val="tx1"/>
              </a:solidFill>
              <a:latin typeface="Bitstream Charter"/>
              <a:ea typeface="Bitstream Charter"/>
              <a:cs typeface="Bitstream Charter"/>
            </a:rPr>
            <a:t>Can we detect early risk?</a:t>
          </a:r>
          <a:endParaRPr lang="en-US" sz="1800" dirty="0">
            <a:solidFill>
              <a:schemeClr val="tx1"/>
            </a:solidFill>
          </a:endParaRPr>
        </a:p>
      </dgm:t>
    </dgm:pt>
    <dgm:pt modelId="{5A912775-BD74-A246-B02C-63E5158977D1}" type="asst">
      <dgm:prSet phldrT="[Text]" custT="1"/>
      <dgm:spPr/>
      <dgm:t>
        <a:bodyPr/>
        <a:lstStyle/>
        <a:p>
          <a:pPr rtl="0"/>
          <a:r>
            <a:rPr lang="en-US" sz="1800" dirty="0"/>
            <a:t>Data Constraint</a:t>
          </a:r>
        </a:p>
      </dgm:t>
    </dgm:pt>
    <dgm:pt modelId="{0E3DB793-D065-8B43-B76D-1E6D57B3EACE}" type="parTrans" cxnId="{2ED7D8E6-59A6-2149-9DD1-042E4904E6AD}">
      <dgm:prSet/>
      <dgm:spPr/>
      <dgm:t>
        <a:bodyPr/>
        <a:lstStyle/>
        <a:p>
          <a:endParaRPr lang="en-US"/>
        </a:p>
      </dgm:t>
    </dgm:pt>
    <dgm:pt modelId="{80589D8E-F48D-154D-8D66-A8A4917E5A2D}" type="sibTrans" cxnId="{2ED7D8E6-59A6-2149-9DD1-042E4904E6AD}">
      <dgm:prSet custT="1"/>
      <dgm:spPr/>
      <dgm:t>
        <a:bodyPr/>
        <a:lstStyle/>
        <a:p>
          <a:pPr algn="l" rtl="0"/>
          <a:r>
            <a:rPr lang="en-US" sz="1800" dirty="0"/>
            <a:t>Only 200 HFpEF</a:t>
          </a:r>
        </a:p>
      </dgm:t>
    </dgm:pt>
    <dgm:pt modelId="{2B6F2729-184B-E141-B635-0F20F2861154}">
      <dgm:prSet phldrT="[Text]" custT="1"/>
      <dgm:spPr/>
      <dgm:t>
        <a:bodyPr/>
        <a:lstStyle/>
        <a:p>
          <a:pPr rtl="0"/>
          <a:r>
            <a:rPr lang="en-US" sz="2000" dirty="0"/>
            <a:t>Foundation models</a:t>
          </a:r>
        </a:p>
      </dgm:t>
    </dgm:pt>
    <dgm:pt modelId="{6D7F7FC2-D048-2240-8029-1A3304DAB8CC}" type="parTrans" cxnId="{BC402D94-393A-2049-A49C-CD15C2CB0136}">
      <dgm:prSet/>
      <dgm:spPr/>
      <dgm:t>
        <a:bodyPr/>
        <a:lstStyle/>
        <a:p>
          <a:endParaRPr lang="en-US"/>
        </a:p>
      </dgm:t>
    </dgm:pt>
    <dgm:pt modelId="{D055C170-25CF-DB4F-B649-587B4D6BCBF2}" type="sibTrans" cxnId="{BC402D94-393A-2049-A49C-CD15C2CB0136}">
      <dgm:prSet/>
      <dgm:spPr/>
      <dgm:t>
        <a:bodyPr/>
        <a:lstStyle/>
        <a:p>
          <a:pPr rtl="0"/>
          <a:r>
            <a:rPr lang="en-US" dirty="0"/>
            <a:t>Transformer-based</a:t>
          </a:r>
        </a:p>
      </dgm:t>
    </dgm:pt>
    <dgm:pt modelId="{9DCFA784-C87B-DC42-8245-2DC18F46A69D}">
      <dgm:prSet phldrT="[Text]" custT="1"/>
      <dgm:spPr/>
      <dgm:t>
        <a:bodyPr/>
        <a:lstStyle/>
        <a:p>
          <a:pPr rtl="0"/>
          <a:r>
            <a:rPr lang="en-US" sz="2000" dirty="0"/>
            <a:t>Domain Gap</a:t>
          </a:r>
        </a:p>
      </dgm:t>
    </dgm:pt>
    <dgm:pt modelId="{DAA5E491-19EA-564E-B457-6F84FA3FE870}" type="parTrans" cxnId="{5A710B1B-E71A-4849-88B0-C38AE51BB0EE}">
      <dgm:prSet/>
      <dgm:spPr/>
      <dgm:t>
        <a:bodyPr/>
        <a:lstStyle/>
        <a:p>
          <a:endParaRPr lang="en-US"/>
        </a:p>
      </dgm:t>
    </dgm:pt>
    <dgm:pt modelId="{3175C0CC-C6ED-FA49-BCB7-9EE44EA89C18}" type="sibTrans" cxnId="{5A710B1B-E71A-4849-88B0-C38AE51BB0EE}">
      <dgm:prSet/>
      <dgm:spPr/>
      <dgm:t>
        <a:bodyPr/>
        <a:lstStyle/>
        <a:p>
          <a:pPr rtl="0"/>
          <a:r>
            <a:rPr lang="en-US" dirty="0"/>
            <a:t>Distribution shift</a:t>
          </a:r>
        </a:p>
      </dgm:t>
    </dgm:pt>
    <dgm:pt modelId="{96E050E1-0B96-2143-917C-02C682900E97}">
      <dgm:prSet phldrT="[Text]" custT="1"/>
      <dgm:spPr/>
      <dgm:t>
        <a:bodyPr/>
        <a:lstStyle/>
        <a:p>
          <a:pPr rtl="0"/>
          <a:r>
            <a:rPr lang="en-US" sz="2000" dirty="0"/>
            <a:t>3D CNN models</a:t>
          </a:r>
        </a:p>
      </dgm:t>
    </dgm:pt>
    <dgm:pt modelId="{16F26C0F-6694-8C4F-B4EC-9DB2DDBC69F7}" type="sibTrans" cxnId="{B779C699-B6C1-CE44-A547-04EFBAE40C42}">
      <dgm:prSet/>
      <dgm:spPr/>
      <dgm:t>
        <a:bodyPr/>
        <a:lstStyle/>
        <a:p>
          <a:pPr algn="ctr" rtl="0"/>
          <a:r>
            <a:rPr lang="en-US" dirty="0"/>
            <a:t>3-way classification</a:t>
          </a:r>
        </a:p>
      </dgm:t>
    </dgm:pt>
    <dgm:pt modelId="{DDD45DF3-C08F-2143-A03F-4EE555D69DFE}" type="parTrans" cxnId="{B779C699-B6C1-CE44-A547-04EFBAE40C42}">
      <dgm:prSet/>
      <dgm:spPr/>
      <dgm:t>
        <a:bodyPr/>
        <a:lstStyle/>
        <a:p>
          <a:endParaRPr lang="en-US"/>
        </a:p>
      </dgm:t>
    </dgm:pt>
    <dgm:pt modelId="{1679CB31-27AA-5B4E-B956-DA77393261C7}" type="asst">
      <dgm:prSet phldrT="[Text]" custT="1"/>
      <dgm:spPr/>
      <dgm:t>
        <a:bodyPr/>
        <a:lstStyle/>
        <a:p>
          <a:pPr rtl="0"/>
          <a:r>
            <a:rPr lang="en-US" sz="1800" dirty="0"/>
            <a:t> Combine public Data</a:t>
          </a:r>
        </a:p>
      </dgm:t>
    </dgm:pt>
    <dgm:pt modelId="{D045CFBA-B572-A948-9C12-1B7EFF5DDBE4}" type="parTrans" cxnId="{0EE90A46-8D00-1E43-B6D4-5ADBBA3279B1}">
      <dgm:prSet/>
      <dgm:spPr/>
      <dgm:t>
        <a:bodyPr/>
        <a:lstStyle/>
        <a:p>
          <a:endParaRPr lang="en-US"/>
        </a:p>
      </dgm:t>
    </dgm:pt>
    <dgm:pt modelId="{1A2DDAEB-7E4B-7841-98A4-C7328AD6B359}" type="sibTrans" cxnId="{0EE90A46-8D00-1E43-B6D4-5ADBBA3279B1}">
      <dgm:prSet/>
      <dgm:spPr/>
      <dgm:t>
        <a:bodyPr/>
        <a:lstStyle/>
        <a:p>
          <a:pPr rtl="0"/>
          <a:r>
            <a:rPr lang="en-US" dirty="0" err="1"/>
            <a:t>HErEF</a:t>
          </a:r>
          <a:r>
            <a:rPr lang="en-US" dirty="0"/>
            <a:t> and Healthy</a:t>
          </a:r>
        </a:p>
      </dgm:t>
    </dgm:pt>
    <dgm:pt modelId="{D4528D36-6C28-2448-BE38-C78A670BD91D}" type="asst">
      <dgm:prSet phldrT="[Text]" custT="1"/>
      <dgm:spPr/>
      <dgm:t>
        <a:bodyPr/>
        <a:lstStyle/>
        <a:p>
          <a:pPr rtl="0"/>
          <a:r>
            <a:rPr lang="en-US" sz="1800" dirty="0"/>
            <a:t>New institutional Data</a:t>
          </a:r>
        </a:p>
      </dgm:t>
    </dgm:pt>
    <dgm:pt modelId="{11BC3677-EB46-5A4D-BA19-D945FFB163D6}" type="parTrans" cxnId="{28DAC435-2B5F-374D-B30C-4E66F479081E}">
      <dgm:prSet/>
      <dgm:spPr/>
      <dgm:t>
        <a:bodyPr/>
        <a:lstStyle/>
        <a:p>
          <a:endParaRPr lang="en-US"/>
        </a:p>
      </dgm:t>
    </dgm:pt>
    <dgm:pt modelId="{BEB5030E-43C9-E149-B9FF-06BE63F3B75B}" type="sibTrans" cxnId="{28DAC435-2B5F-374D-B30C-4E66F479081E}">
      <dgm:prSet/>
      <dgm:spPr/>
      <dgm:t>
        <a:bodyPr/>
        <a:lstStyle/>
        <a:p>
          <a:pPr rtl="0"/>
          <a:r>
            <a:rPr lang="en-US" dirty="0" err="1"/>
            <a:t>HErEF</a:t>
          </a:r>
          <a:r>
            <a:rPr lang="en-US" dirty="0"/>
            <a:t> and Healthy</a:t>
          </a:r>
        </a:p>
      </dgm:t>
    </dgm:pt>
    <dgm:pt modelId="{88D416C9-4399-764D-BA5D-F59F1171F7E0}">
      <dgm:prSet phldrT="[Text]" custT="1"/>
      <dgm:spPr/>
      <dgm:t>
        <a:bodyPr/>
        <a:lstStyle/>
        <a:p>
          <a:pPr rtl="0"/>
          <a:r>
            <a:rPr lang="en-US" sz="2000" dirty="0"/>
            <a:t>Positional or Temporal</a:t>
          </a:r>
        </a:p>
      </dgm:t>
    </dgm:pt>
    <dgm:pt modelId="{6B9117C8-051E-5048-BAAB-B0416E38A295}" type="parTrans" cxnId="{3DEB0E01-5E4B-3543-90C3-9F6DDC06E02F}">
      <dgm:prSet/>
      <dgm:spPr/>
      <dgm:t>
        <a:bodyPr/>
        <a:lstStyle/>
        <a:p>
          <a:endParaRPr lang="en-US"/>
        </a:p>
      </dgm:t>
    </dgm:pt>
    <dgm:pt modelId="{4D9B00F5-F537-034E-AF32-C771F264C86B}" type="sibTrans" cxnId="{3DEB0E01-5E4B-3543-90C3-9F6DDC06E02F}">
      <dgm:prSet/>
      <dgm:spPr/>
      <dgm:t>
        <a:bodyPr/>
        <a:lstStyle/>
        <a:p>
          <a:pPr rtl="0"/>
          <a:r>
            <a:rPr lang="en-US" dirty="0"/>
            <a:t>TimeSformer</a:t>
          </a:r>
        </a:p>
      </dgm:t>
    </dgm:pt>
    <dgm:pt modelId="{B904632D-BE15-2B4C-AFB5-52920751FE13}">
      <dgm:prSet phldrT="[Text]" custT="1"/>
      <dgm:spPr/>
      <dgm:t>
        <a:bodyPr/>
        <a:lstStyle/>
        <a:p>
          <a:pPr rtl="0"/>
          <a:r>
            <a:rPr lang="en-US" sz="2000" dirty="0"/>
            <a:t>Cycle-aware</a:t>
          </a:r>
        </a:p>
      </dgm:t>
    </dgm:pt>
    <dgm:pt modelId="{90D26952-82E4-3D40-80BF-0ACF4BA68BE9}" type="parTrans" cxnId="{FF476ADE-1CE4-8349-B6CB-322BBAA9F0F4}">
      <dgm:prSet/>
      <dgm:spPr/>
      <dgm:t>
        <a:bodyPr/>
        <a:lstStyle/>
        <a:p>
          <a:endParaRPr lang="en-US"/>
        </a:p>
      </dgm:t>
    </dgm:pt>
    <dgm:pt modelId="{55F3E47F-17A4-E94B-96A2-03991FC2764D}" type="sibTrans" cxnId="{FF476ADE-1CE4-8349-B6CB-322BBAA9F0F4}">
      <dgm:prSet/>
      <dgm:spPr/>
      <dgm:t>
        <a:bodyPr/>
        <a:lstStyle/>
        <a:p>
          <a:pPr rtl="0"/>
          <a:r>
            <a:rPr lang="en-US" dirty="0"/>
            <a:t>ES-ED  frames</a:t>
          </a:r>
        </a:p>
      </dgm:t>
    </dgm:pt>
    <dgm:pt modelId="{EB912180-10DB-594B-B60E-4664EAB3E534}">
      <dgm:prSet phldrT="[Text]" custT="1"/>
      <dgm:spPr/>
      <dgm:t>
        <a:bodyPr/>
        <a:lstStyle/>
        <a:p>
          <a:pPr rtl="0"/>
          <a:r>
            <a:rPr lang="en-US" sz="2000" dirty="0"/>
            <a:t>Z-Normalization</a:t>
          </a:r>
        </a:p>
      </dgm:t>
    </dgm:pt>
    <dgm:pt modelId="{8F0B4072-2466-5344-B856-D5318F0A8975}" type="parTrans" cxnId="{31165B8F-63B6-664C-ACE0-0E3D6E3B364E}">
      <dgm:prSet/>
      <dgm:spPr/>
      <dgm:t>
        <a:bodyPr/>
        <a:lstStyle/>
        <a:p>
          <a:endParaRPr lang="en-US"/>
        </a:p>
      </dgm:t>
    </dgm:pt>
    <dgm:pt modelId="{307A2784-BE26-8542-BB3F-695BDA39F6B0}" type="sibTrans" cxnId="{31165B8F-63B6-664C-ACE0-0E3D6E3B364E}">
      <dgm:prSet/>
      <dgm:spPr/>
      <dgm:t>
        <a:bodyPr/>
        <a:lstStyle/>
        <a:p>
          <a:pPr algn="ctr" rtl="0"/>
          <a:r>
            <a:rPr lang="en-US" dirty="0"/>
            <a:t>Per video</a:t>
          </a:r>
        </a:p>
      </dgm:t>
    </dgm:pt>
    <dgm:pt modelId="{918EE4E8-7297-5D40-B8F2-D9C8194B06D3}" type="pres">
      <dgm:prSet presAssocID="{FE89C3DE-5A2D-1B40-9771-BEEE1DF11C4C}" presName="hierChild1" presStyleCnt="0">
        <dgm:presLayoutVars>
          <dgm:orgChart val="1"/>
          <dgm:chPref val="1"/>
          <dgm:dir/>
          <dgm:animOne val="branch"/>
          <dgm:animLvl val="lvl"/>
          <dgm:resizeHandles/>
        </dgm:presLayoutVars>
      </dgm:prSet>
      <dgm:spPr/>
    </dgm:pt>
    <dgm:pt modelId="{E4156840-43D0-174F-865A-169293B74785}" type="pres">
      <dgm:prSet presAssocID="{36B28F06-E2BE-624C-8F56-6470175F83CC}" presName="hierRoot1" presStyleCnt="0">
        <dgm:presLayoutVars>
          <dgm:hierBranch val="init"/>
        </dgm:presLayoutVars>
      </dgm:prSet>
      <dgm:spPr/>
    </dgm:pt>
    <dgm:pt modelId="{2AFF4761-EE64-A542-B679-35F6E2B8BFBB}" type="pres">
      <dgm:prSet presAssocID="{36B28F06-E2BE-624C-8F56-6470175F83CC}" presName="rootComposite1" presStyleCnt="0"/>
      <dgm:spPr/>
    </dgm:pt>
    <dgm:pt modelId="{F9314137-E4F2-3D4C-8A65-24670A808680}" type="pres">
      <dgm:prSet presAssocID="{36B28F06-E2BE-624C-8F56-6470175F83CC}" presName="rootText1" presStyleLbl="node0" presStyleIdx="0" presStyleCnt="1" custScaleX="194076" custScaleY="78479" custLinFactNeighborX="-20903" custLinFactNeighborY="26340">
        <dgm:presLayoutVars>
          <dgm:chMax/>
          <dgm:chPref val="3"/>
        </dgm:presLayoutVars>
      </dgm:prSet>
      <dgm:spPr/>
    </dgm:pt>
    <dgm:pt modelId="{1347DC7D-4AF4-5E43-8315-7481D9455804}" type="pres">
      <dgm:prSet presAssocID="{36B28F06-E2BE-624C-8F56-6470175F83CC}" presName="titleText1" presStyleLbl="fgAcc0" presStyleIdx="0" presStyleCnt="1" custScaleX="213606" custScaleY="139473" custLinFactNeighborX="89453" custLinFactNeighborY="65861">
        <dgm:presLayoutVars>
          <dgm:chMax val="0"/>
          <dgm:chPref val="0"/>
        </dgm:presLayoutVars>
      </dgm:prSet>
      <dgm:spPr/>
    </dgm:pt>
    <dgm:pt modelId="{F747BAD9-4043-CC4C-BFDE-3719E8AF484A}" type="pres">
      <dgm:prSet presAssocID="{36B28F06-E2BE-624C-8F56-6470175F83CC}" presName="rootConnector1" presStyleLbl="node1" presStyleIdx="0" presStyleCnt="6"/>
      <dgm:spPr/>
    </dgm:pt>
    <dgm:pt modelId="{1CAFD2F5-2D1A-E244-9E94-1D414AFC84B5}" type="pres">
      <dgm:prSet presAssocID="{36B28F06-E2BE-624C-8F56-6470175F83CC}" presName="hierChild2" presStyleCnt="0"/>
      <dgm:spPr/>
    </dgm:pt>
    <dgm:pt modelId="{DDA0C070-CE9F-F143-9F23-55DB1DEAABE5}" type="pres">
      <dgm:prSet presAssocID="{DDD45DF3-C08F-2143-A03F-4EE555D69DFE}" presName="Name37" presStyleLbl="parChTrans1D2" presStyleIdx="0" presStyleCnt="7"/>
      <dgm:spPr/>
    </dgm:pt>
    <dgm:pt modelId="{FCC40917-B402-3A4F-9DB6-A5723AB4617E}" type="pres">
      <dgm:prSet presAssocID="{96E050E1-0B96-2143-917C-02C682900E97}" presName="hierRoot2" presStyleCnt="0">
        <dgm:presLayoutVars>
          <dgm:hierBranch val="init"/>
        </dgm:presLayoutVars>
      </dgm:prSet>
      <dgm:spPr/>
    </dgm:pt>
    <dgm:pt modelId="{C6DE42BE-8E7D-C44D-A9F4-56D03432BB89}" type="pres">
      <dgm:prSet presAssocID="{96E050E1-0B96-2143-917C-02C682900E97}" presName="rootComposite" presStyleCnt="0"/>
      <dgm:spPr/>
    </dgm:pt>
    <dgm:pt modelId="{E2CE50B5-94E2-DD41-AA39-D5C0E280B949}" type="pres">
      <dgm:prSet presAssocID="{96E050E1-0B96-2143-917C-02C682900E97}" presName="rootText" presStyleLbl="node1" presStyleIdx="0" presStyleCnt="6" custScaleX="135421" custScaleY="80253" custLinFactNeighborX="-7443" custLinFactNeighborY="-78331">
        <dgm:presLayoutVars>
          <dgm:chMax/>
          <dgm:chPref val="3"/>
        </dgm:presLayoutVars>
      </dgm:prSet>
      <dgm:spPr/>
    </dgm:pt>
    <dgm:pt modelId="{911E9C21-5923-2B4D-8218-898A5DEDCEB7}" type="pres">
      <dgm:prSet presAssocID="{96E050E1-0B96-2143-917C-02C682900E97}" presName="titleText2" presStyleLbl="fgAcc1" presStyleIdx="0" presStyleCnt="6" custScaleX="110043" custScaleY="234963" custLinFactY="-90715" custLinFactNeighborX="-65041" custLinFactNeighborY="-100000">
        <dgm:presLayoutVars>
          <dgm:chMax val="0"/>
          <dgm:chPref val="0"/>
        </dgm:presLayoutVars>
      </dgm:prSet>
      <dgm:spPr/>
    </dgm:pt>
    <dgm:pt modelId="{1AD3D879-96CE-9146-BB55-64A3C75BBB1F}" type="pres">
      <dgm:prSet presAssocID="{96E050E1-0B96-2143-917C-02C682900E97}" presName="rootConnector" presStyleLbl="node2" presStyleIdx="0" presStyleCnt="0"/>
      <dgm:spPr/>
    </dgm:pt>
    <dgm:pt modelId="{948BE965-715D-6D46-9EA1-8375BE8F48A1}" type="pres">
      <dgm:prSet presAssocID="{96E050E1-0B96-2143-917C-02C682900E97}" presName="hierChild4" presStyleCnt="0"/>
      <dgm:spPr/>
    </dgm:pt>
    <dgm:pt modelId="{12123942-A476-3F49-B2C1-DC231760A958}" type="pres">
      <dgm:prSet presAssocID="{96E050E1-0B96-2143-917C-02C682900E97}" presName="hierChild5" presStyleCnt="0"/>
      <dgm:spPr/>
    </dgm:pt>
    <dgm:pt modelId="{79F912CB-B871-E943-A009-6BFB7C08D2A1}" type="pres">
      <dgm:prSet presAssocID="{90D26952-82E4-3D40-80BF-0ACF4BA68BE9}" presName="Name37" presStyleLbl="parChTrans1D2" presStyleIdx="1" presStyleCnt="7"/>
      <dgm:spPr/>
    </dgm:pt>
    <dgm:pt modelId="{2624E466-350A-D849-AF9F-A9524E9C8915}" type="pres">
      <dgm:prSet presAssocID="{B904632D-BE15-2B4C-AFB5-52920751FE13}" presName="hierRoot2" presStyleCnt="0">
        <dgm:presLayoutVars>
          <dgm:hierBranch val="init"/>
        </dgm:presLayoutVars>
      </dgm:prSet>
      <dgm:spPr/>
    </dgm:pt>
    <dgm:pt modelId="{84F2FE0B-73B6-884F-9BDC-89F001D2C1A7}" type="pres">
      <dgm:prSet presAssocID="{B904632D-BE15-2B4C-AFB5-52920751FE13}" presName="rootComposite" presStyleCnt="0"/>
      <dgm:spPr/>
    </dgm:pt>
    <dgm:pt modelId="{50FB79E2-175C-6043-99BE-88503D4EA79F}" type="pres">
      <dgm:prSet presAssocID="{B904632D-BE15-2B4C-AFB5-52920751FE13}" presName="rootText" presStyleLbl="node1" presStyleIdx="1" presStyleCnt="6" custLinFactNeighborX="28615" custLinFactNeighborY="-74879">
        <dgm:presLayoutVars>
          <dgm:chMax/>
          <dgm:chPref val="3"/>
        </dgm:presLayoutVars>
      </dgm:prSet>
      <dgm:spPr/>
    </dgm:pt>
    <dgm:pt modelId="{2B3177EE-12EC-CC4B-86F9-8F6C811CB028}" type="pres">
      <dgm:prSet presAssocID="{B904632D-BE15-2B4C-AFB5-52920751FE13}" presName="titleText2" presStyleLbl="fgAcc1" presStyleIdx="1" presStyleCnt="6" custScaleY="156197" custLinFactY="-100000" custLinFactNeighborX="-9059" custLinFactNeighborY="-115200">
        <dgm:presLayoutVars>
          <dgm:chMax val="0"/>
          <dgm:chPref val="0"/>
        </dgm:presLayoutVars>
      </dgm:prSet>
      <dgm:spPr/>
    </dgm:pt>
    <dgm:pt modelId="{776BA0EF-BEF5-5A49-9FDC-19EAF1D8BB60}" type="pres">
      <dgm:prSet presAssocID="{B904632D-BE15-2B4C-AFB5-52920751FE13}" presName="rootConnector" presStyleLbl="node2" presStyleIdx="0" presStyleCnt="0"/>
      <dgm:spPr/>
    </dgm:pt>
    <dgm:pt modelId="{817D1DC2-3E10-F745-8BE1-1A351A0017B2}" type="pres">
      <dgm:prSet presAssocID="{B904632D-BE15-2B4C-AFB5-52920751FE13}" presName="hierChild4" presStyleCnt="0"/>
      <dgm:spPr/>
    </dgm:pt>
    <dgm:pt modelId="{F4EBD50F-A667-3045-AE74-6164958CDF12}" type="pres">
      <dgm:prSet presAssocID="{B904632D-BE15-2B4C-AFB5-52920751FE13}" presName="hierChild5" presStyleCnt="0"/>
      <dgm:spPr/>
    </dgm:pt>
    <dgm:pt modelId="{3EB20C4E-C168-2C47-9EA3-0173AB662BA8}" type="pres">
      <dgm:prSet presAssocID="{6D7F7FC2-D048-2240-8029-1A3304DAB8CC}" presName="Name37" presStyleLbl="parChTrans1D2" presStyleIdx="2" presStyleCnt="7"/>
      <dgm:spPr/>
    </dgm:pt>
    <dgm:pt modelId="{303D9246-6B10-554E-BC66-B490952CCA7C}" type="pres">
      <dgm:prSet presAssocID="{2B6F2729-184B-E141-B635-0F20F2861154}" presName="hierRoot2" presStyleCnt="0">
        <dgm:presLayoutVars>
          <dgm:hierBranch val="init"/>
        </dgm:presLayoutVars>
      </dgm:prSet>
      <dgm:spPr/>
    </dgm:pt>
    <dgm:pt modelId="{FDB7C316-BB1B-8849-9CD2-D8D7043238A1}" type="pres">
      <dgm:prSet presAssocID="{2B6F2729-184B-E141-B635-0F20F2861154}" presName="rootComposite" presStyleCnt="0"/>
      <dgm:spPr/>
    </dgm:pt>
    <dgm:pt modelId="{CBFCE435-C6AE-E449-A5CF-C8CEAA2FC28B}" type="pres">
      <dgm:prSet presAssocID="{2B6F2729-184B-E141-B635-0F20F2861154}" presName="rootText" presStyleLbl="node1" presStyleIdx="2" presStyleCnt="6" custScaleX="153869" custScaleY="73935" custLinFactNeighborX="35432" custLinFactNeighborY="-72981">
        <dgm:presLayoutVars>
          <dgm:chMax/>
          <dgm:chPref val="3"/>
        </dgm:presLayoutVars>
      </dgm:prSet>
      <dgm:spPr/>
    </dgm:pt>
    <dgm:pt modelId="{7374A6AC-0145-1441-BF44-4EE8C93D39BE}" type="pres">
      <dgm:prSet presAssocID="{2B6F2729-184B-E141-B635-0F20F2861154}" presName="titleText2" presStyleLbl="fgAcc1" presStyleIdx="2" presStyleCnt="6" custLinFactY="-100000" custLinFactNeighborX="55717" custLinFactNeighborY="-135892">
        <dgm:presLayoutVars>
          <dgm:chMax val="0"/>
          <dgm:chPref val="0"/>
        </dgm:presLayoutVars>
      </dgm:prSet>
      <dgm:spPr/>
    </dgm:pt>
    <dgm:pt modelId="{1ECC01AB-6711-A249-9F9A-71D5FD043397}" type="pres">
      <dgm:prSet presAssocID="{2B6F2729-184B-E141-B635-0F20F2861154}" presName="rootConnector" presStyleLbl="node2" presStyleIdx="0" presStyleCnt="0"/>
      <dgm:spPr/>
    </dgm:pt>
    <dgm:pt modelId="{2722E311-C8A7-0843-BD02-0B1AB2032907}" type="pres">
      <dgm:prSet presAssocID="{2B6F2729-184B-E141-B635-0F20F2861154}" presName="hierChild4" presStyleCnt="0"/>
      <dgm:spPr/>
    </dgm:pt>
    <dgm:pt modelId="{25280A67-76C9-CF48-94E4-DB7ACBEC6EA2}" type="pres">
      <dgm:prSet presAssocID="{6B9117C8-051E-5048-BAAB-B0416E38A295}" presName="Name37" presStyleLbl="parChTrans1D3" presStyleIdx="0" presStyleCnt="2"/>
      <dgm:spPr/>
    </dgm:pt>
    <dgm:pt modelId="{8F43392A-CA50-3547-95F3-AEA35CA59495}" type="pres">
      <dgm:prSet presAssocID="{88D416C9-4399-764D-BA5D-F59F1171F7E0}" presName="hierRoot2" presStyleCnt="0">
        <dgm:presLayoutVars>
          <dgm:hierBranch val="init"/>
        </dgm:presLayoutVars>
      </dgm:prSet>
      <dgm:spPr/>
    </dgm:pt>
    <dgm:pt modelId="{7C9C5192-4BFA-A04F-815F-0D7F081064B5}" type="pres">
      <dgm:prSet presAssocID="{88D416C9-4399-764D-BA5D-F59F1171F7E0}" presName="rootComposite" presStyleCnt="0"/>
      <dgm:spPr/>
    </dgm:pt>
    <dgm:pt modelId="{FA51453F-E189-DE47-9453-7928C923030B}" type="pres">
      <dgm:prSet presAssocID="{88D416C9-4399-764D-BA5D-F59F1171F7E0}" presName="rootText" presStyleLbl="node1" presStyleIdx="3" presStyleCnt="6" custLinFactNeighborX="-11439" custLinFactNeighborY="-70046">
        <dgm:presLayoutVars>
          <dgm:chMax/>
          <dgm:chPref val="3"/>
        </dgm:presLayoutVars>
      </dgm:prSet>
      <dgm:spPr/>
    </dgm:pt>
    <dgm:pt modelId="{C1CDE55D-F587-0F46-9C73-49C899CC1605}" type="pres">
      <dgm:prSet presAssocID="{88D416C9-4399-764D-BA5D-F59F1171F7E0}" presName="titleText2" presStyleLbl="fgAcc1" presStyleIdx="3" presStyleCnt="6" custLinFactY="-90084" custLinFactNeighborX="-12223" custLinFactNeighborY="-100000">
        <dgm:presLayoutVars>
          <dgm:chMax val="0"/>
          <dgm:chPref val="0"/>
        </dgm:presLayoutVars>
      </dgm:prSet>
      <dgm:spPr/>
    </dgm:pt>
    <dgm:pt modelId="{45B4E835-BDF1-4E48-AC52-FF36535FCD75}" type="pres">
      <dgm:prSet presAssocID="{88D416C9-4399-764D-BA5D-F59F1171F7E0}" presName="rootConnector" presStyleLbl="node3" presStyleIdx="0" presStyleCnt="0"/>
      <dgm:spPr/>
    </dgm:pt>
    <dgm:pt modelId="{BC677369-5FE2-6F4C-9FD4-32BF7E0FE028}" type="pres">
      <dgm:prSet presAssocID="{88D416C9-4399-764D-BA5D-F59F1171F7E0}" presName="hierChild4" presStyleCnt="0"/>
      <dgm:spPr/>
    </dgm:pt>
    <dgm:pt modelId="{C586B744-4296-0B46-A437-C48F26819AB2}" type="pres">
      <dgm:prSet presAssocID="{88D416C9-4399-764D-BA5D-F59F1171F7E0}" presName="hierChild5" presStyleCnt="0"/>
      <dgm:spPr/>
    </dgm:pt>
    <dgm:pt modelId="{64990CA2-A80E-E743-A5AD-357237834C7C}" type="pres">
      <dgm:prSet presAssocID="{2B6F2729-184B-E141-B635-0F20F2861154}" presName="hierChild5" presStyleCnt="0"/>
      <dgm:spPr/>
    </dgm:pt>
    <dgm:pt modelId="{B8F8652F-802E-2743-9975-E8FEF37F49E1}" type="pres">
      <dgm:prSet presAssocID="{DAA5E491-19EA-564E-B457-6F84FA3FE870}" presName="Name37" presStyleLbl="parChTrans1D2" presStyleIdx="3" presStyleCnt="7"/>
      <dgm:spPr/>
    </dgm:pt>
    <dgm:pt modelId="{E870B0C6-540C-5D46-9409-CB7DADEEC2D1}" type="pres">
      <dgm:prSet presAssocID="{9DCFA784-C87B-DC42-8245-2DC18F46A69D}" presName="hierRoot2" presStyleCnt="0">
        <dgm:presLayoutVars>
          <dgm:hierBranch val="init"/>
        </dgm:presLayoutVars>
      </dgm:prSet>
      <dgm:spPr/>
    </dgm:pt>
    <dgm:pt modelId="{7F628B63-ABD0-B841-A714-C8A718D9BA1E}" type="pres">
      <dgm:prSet presAssocID="{9DCFA784-C87B-DC42-8245-2DC18F46A69D}" presName="rootComposite" presStyleCnt="0"/>
      <dgm:spPr/>
    </dgm:pt>
    <dgm:pt modelId="{4DB775DB-C27C-244A-A787-82A758F795FF}" type="pres">
      <dgm:prSet presAssocID="{9DCFA784-C87B-DC42-8245-2DC18F46A69D}" presName="rootText" presStyleLbl="node1" presStyleIdx="4" presStyleCnt="6" custScaleX="131021" custScaleY="77626" custLinFactNeighborX="38514" custLinFactNeighborY="-76733">
        <dgm:presLayoutVars>
          <dgm:chMax/>
          <dgm:chPref val="3"/>
        </dgm:presLayoutVars>
      </dgm:prSet>
      <dgm:spPr/>
    </dgm:pt>
    <dgm:pt modelId="{17460135-3B8C-4D41-A599-31A5BE1C7AED}" type="pres">
      <dgm:prSet presAssocID="{9DCFA784-C87B-DC42-8245-2DC18F46A69D}" presName="titleText2" presStyleLbl="fgAcc1" presStyleIdx="4" presStyleCnt="6" custLinFactY="-100000" custLinFactNeighborX="63660" custLinFactNeighborY="-143019">
        <dgm:presLayoutVars>
          <dgm:chMax val="0"/>
          <dgm:chPref val="0"/>
        </dgm:presLayoutVars>
      </dgm:prSet>
      <dgm:spPr/>
    </dgm:pt>
    <dgm:pt modelId="{073539D9-BDCF-CE48-97EA-566D64A11088}" type="pres">
      <dgm:prSet presAssocID="{9DCFA784-C87B-DC42-8245-2DC18F46A69D}" presName="rootConnector" presStyleLbl="node2" presStyleIdx="0" presStyleCnt="0"/>
      <dgm:spPr/>
    </dgm:pt>
    <dgm:pt modelId="{2EA10AB4-B38F-3849-8B52-D0F79AAAD797}" type="pres">
      <dgm:prSet presAssocID="{9DCFA784-C87B-DC42-8245-2DC18F46A69D}" presName="hierChild4" presStyleCnt="0"/>
      <dgm:spPr/>
    </dgm:pt>
    <dgm:pt modelId="{D6FE00EC-3CAC-F746-AE32-B64D6E9AF35C}" type="pres">
      <dgm:prSet presAssocID="{8F0B4072-2466-5344-B856-D5318F0A8975}" presName="Name37" presStyleLbl="parChTrans1D3" presStyleIdx="1" presStyleCnt="2"/>
      <dgm:spPr/>
    </dgm:pt>
    <dgm:pt modelId="{5F69E3A0-B092-014D-B405-4397313407CE}" type="pres">
      <dgm:prSet presAssocID="{EB912180-10DB-594B-B60E-4664EAB3E534}" presName="hierRoot2" presStyleCnt="0">
        <dgm:presLayoutVars>
          <dgm:hierBranch val="init"/>
        </dgm:presLayoutVars>
      </dgm:prSet>
      <dgm:spPr/>
    </dgm:pt>
    <dgm:pt modelId="{C962D461-9CC8-FF48-A8EE-4D36A89DC289}" type="pres">
      <dgm:prSet presAssocID="{EB912180-10DB-594B-B60E-4664EAB3E534}" presName="rootComposite" presStyleCnt="0"/>
      <dgm:spPr/>
    </dgm:pt>
    <dgm:pt modelId="{858627B0-A821-E446-8B83-68AEFABC2427}" type="pres">
      <dgm:prSet presAssocID="{EB912180-10DB-594B-B60E-4664EAB3E534}" presName="rootText" presStyleLbl="node1" presStyleIdx="5" presStyleCnt="6" custScaleX="131208" custLinFactNeighborX="40173" custLinFactNeighborY="-94832">
        <dgm:presLayoutVars>
          <dgm:chMax/>
          <dgm:chPref val="3"/>
        </dgm:presLayoutVars>
      </dgm:prSet>
      <dgm:spPr/>
    </dgm:pt>
    <dgm:pt modelId="{7C6EC666-F0CC-7342-975C-7C27AB8BA574}" type="pres">
      <dgm:prSet presAssocID="{EB912180-10DB-594B-B60E-4664EAB3E534}" presName="titleText2" presStyleLbl="fgAcc1" presStyleIdx="5" presStyleCnt="6" custScaleX="80251" custScaleY="135509" custLinFactY="-100000" custLinFactNeighborX="-11004" custLinFactNeighborY="-189829">
        <dgm:presLayoutVars>
          <dgm:chMax val="0"/>
          <dgm:chPref val="0"/>
        </dgm:presLayoutVars>
      </dgm:prSet>
      <dgm:spPr/>
    </dgm:pt>
    <dgm:pt modelId="{E562CBD0-8E97-1840-B637-FDA7FF0EC029}" type="pres">
      <dgm:prSet presAssocID="{EB912180-10DB-594B-B60E-4664EAB3E534}" presName="rootConnector" presStyleLbl="node3" presStyleIdx="0" presStyleCnt="0"/>
      <dgm:spPr/>
    </dgm:pt>
    <dgm:pt modelId="{9097E76F-24C8-B245-8167-817E1B082DB9}" type="pres">
      <dgm:prSet presAssocID="{EB912180-10DB-594B-B60E-4664EAB3E534}" presName="hierChild4" presStyleCnt="0"/>
      <dgm:spPr/>
    </dgm:pt>
    <dgm:pt modelId="{81CBF4E7-D7B8-FF45-BA3C-4579FA827DA0}" type="pres">
      <dgm:prSet presAssocID="{EB912180-10DB-594B-B60E-4664EAB3E534}" presName="hierChild5" presStyleCnt="0"/>
      <dgm:spPr/>
    </dgm:pt>
    <dgm:pt modelId="{F27C0BDB-1D6D-FA4A-A491-100D15B6D33B}" type="pres">
      <dgm:prSet presAssocID="{9DCFA784-C87B-DC42-8245-2DC18F46A69D}" presName="hierChild5" presStyleCnt="0"/>
      <dgm:spPr/>
    </dgm:pt>
    <dgm:pt modelId="{954B4017-85AE-FE4E-A36A-7C83AD59D0CC}" type="pres">
      <dgm:prSet presAssocID="{36B28F06-E2BE-624C-8F56-6470175F83CC}" presName="hierChild3" presStyleCnt="0"/>
      <dgm:spPr/>
    </dgm:pt>
    <dgm:pt modelId="{31907B83-C836-8A4A-A48A-9DD49D80F162}" type="pres">
      <dgm:prSet presAssocID="{0E3DB793-D065-8B43-B76D-1E6D57B3EACE}" presName="Name96" presStyleLbl="parChTrans1D2" presStyleIdx="4" presStyleCnt="7"/>
      <dgm:spPr/>
    </dgm:pt>
    <dgm:pt modelId="{114441BC-8C93-FA41-8719-5B1B54715D63}" type="pres">
      <dgm:prSet presAssocID="{5A912775-BD74-A246-B02C-63E5158977D1}" presName="hierRoot3" presStyleCnt="0">
        <dgm:presLayoutVars>
          <dgm:hierBranch val="init"/>
        </dgm:presLayoutVars>
      </dgm:prSet>
      <dgm:spPr/>
    </dgm:pt>
    <dgm:pt modelId="{D82F504D-F1A2-E34C-AB7D-9ED793388A0A}" type="pres">
      <dgm:prSet presAssocID="{5A912775-BD74-A246-B02C-63E5158977D1}" presName="rootComposite3" presStyleCnt="0"/>
      <dgm:spPr/>
    </dgm:pt>
    <dgm:pt modelId="{D4669CB2-A470-0E47-BFA1-34C9F15B8A10}" type="pres">
      <dgm:prSet presAssocID="{5A912775-BD74-A246-B02C-63E5158977D1}" presName="rootText3" presStyleLbl="asst1" presStyleIdx="0" presStyleCnt="3" custScaleX="119384" custScaleY="75259" custLinFactNeighborX="19593" custLinFactNeighborY="-33570">
        <dgm:presLayoutVars>
          <dgm:chPref val="3"/>
        </dgm:presLayoutVars>
      </dgm:prSet>
      <dgm:spPr/>
    </dgm:pt>
    <dgm:pt modelId="{9DEC4202-755A-2344-8796-6F2918EB0F12}" type="pres">
      <dgm:prSet presAssocID="{5A912775-BD74-A246-B02C-63E5158977D1}" presName="titleText3" presStyleLbl="fgAcc2" presStyleIdx="0" presStyleCnt="3" custScaleX="124144" custScaleY="119390" custLinFactY="-47336" custLinFactNeighborX="-37787" custLinFactNeighborY="-100000">
        <dgm:presLayoutVars>
          <dgm:chMax val="0"/>
          <dgm:chPref val="0"/>
        </dgm:presLayoutVars>
      </dgm:prSet>
      <dgm:spPr/>
    </dgm:pt>
    <dgm:pt modelId="{51350E0A-6637-C649-A579-75E70A421C45}" type="pres">
      <dgm:prSet presAssocID="{5A912775-BD74-A246-B02C-63E5158977D1}" presName="rootConnector3" presStyleLbl="asst1" presStyleIdx="0" presStyleCnt="3"/>
      <dgm:spPr/>
    </dgm:pt>
    <dgm:pt modelId="{BF4B613E-57CB-3F43-A5D8-B86B43A670D4}" type="pres">
      <dgm:prSet presAssocID="{5A912775-BD74-A246-B02C-63E5158977D1}" presName="hierChild6" presStyleCnt="0"/>
      <dgm:spPr/>
    </dgm:pt>
    <dgm:pt modelId="{4A7C60E3-A6C4-C848-8D15-1EC4B888FEF3}" type="pres">
      <dgm:prSet presAssocID="{5A912775-BD74-A246-B02C-63E5158977D1}" presName="hierChild7" presStyleCnt="0"/>
      <dgm:spPr/>
    </dgm:pt>
    <dgm:pt modelId="{59A9FE09-59E2-8447-9BB3-26490B2BC205}" type="pres">
      <dgm:prSet presAssocID="{D045CFBA-B572-A948-9C12-1B7EFF5DDBE4}" presName="Name96" presStyleLbl="parChTrans1D2" presStyleIdx="5" presStyleCnt="7"/>
      <dgm:spPr/>
    </dgm:pt>
    <dgm:pt modelId="{1A2080FB-B194-2E43-906B-DAE5688CCA33}" type="pres">
      <dgm:prSet presAssocID="{1679CB31-27AA-5B4E-B956-DA77393261C7}" presName="hierRoot3" presStyleCnt="0">
        <dgm:presLayoutVars>
          <dgm:hierBranch val="init"/>
        </dgm:presLayoutVars>
      </dgm:prSet>
      <dgm:spPr/>
    </dgm:pt>
    <dgm:pt modelId="{DCEBBEB6-CCB4-8D4D-B6AE-69E793E75253}" type="pres">
      <dgm:prSet presAssocID="{1679CB31-27AA-5B4E-B956-DA77393261C7}" presName="rootComposite3" presStyleCnt="0"/>
      <dgm:spPr/>
    </dgm:pt>
    <dgm:pt modelId="{899F5B13-6EDA-6C40-B4A1-B92EBA9853F6}" type="pres">
      <dgm:prSet presAssocID="{1679CB31-27AA-5B4E-B956-DA77393261C7}" presName="rootText3" presStyleLbl="asst1" presStyleIdx="1" presStyleCnt="3" custScaleX="168629" custScaleY="72542" custLinFactNeighborX="9668" custLinFactNeighborY="11280">
        <dgm:presLayoutVars>
          <dgm:chPref val="3"/>
        </dgm:presLayoutVars>
      </dgm:prSet>
      <dgm:spPr/>
    </dgm:pt>
    <dgm:pt modelId="{D307560B-580B-844A-AF85-49F62ACEE651}" type="pres">
      <dgm:prSet presAssocID="{1679CB31-27AA-5B4E-B956-DA77393261C7}" presName="titleText3" presStyleLbl="fgAcc2" presStyleIdx="1" presStyleCnt="3" custScaleX="128834" custScaleY="155540" custLinFactNeighborX="62255" custLinFactNeighborY="18024">
        <dgm:presLayoutVars>
          <dgm:chMax val="0"/>
          <dgm:chPref val="0"/>
        </dgm:presLayoutVars>
      </dgm:prSet>
      <dgm:spPr/>
    </dgm:pt>
    <dgm:pt modelId="{050ABBF3-6427-6A4D-8D47-CED06369BE98}" type="pres">
      <dgm:prSet presAssocID="{1679CB31-27AA-5B4E-B956-DA77393261C7}" presName="rootConnector3" presStyleLbl="asst1" presStyleIdx="1" presStyleCnt="3"/>
      <dgm:spPr/>
    </dgm:pt>
    <dgm:pt modelId="{3FC4ACDD-444A-5143-9980-C5C24CD821D2}" type="pres">
      <dgm:prSet presAssocID="{1679CB31-27AA-5B4E-B956-DA77393261C7}" presName="hierChild6" presStyleCnt="0"/>
      <dgm:spPr/>
    </dgm:pt>
    <dgm:pt modelId="{3428B259-8F6E-0348-A647-073538CA7091}" type="pres">
      <dgm:prSet presAssocID="{1679CB31-27AA-5B4E-B956-DA77393261C7}" presName="hierChild7" presStyleCnt="0"/>
      <dgm:spPr/>
    </dgm:pt>
    <dgm:pt modelId="{6F698BA5-1D6D-1645-8C36-4A9F8C4BCA1E}" type="pres">
      <dgm:prSet presAssocID="{11BC3677-EB46-5A4D-BA19-D945FFB163D6}" presName="Name96" presStyleLbl="parChTrans1D2" presStyleIdx="6" presStyleCnt="7"/>
      <dgm:spPr/>
    </dgm:pt>
    <dgm:pt modelId="{2F20B09E-F24A-A447-813F-E65DD2D58D19}" type="pres">
      <dgm:prSet presAssocID="{D4528D36-6C28-2448-BE38-C78A670BD91D}" presName="hierRoot3" presStyleCnt="0">
        <dgm:presLayoutVars>
          <dgm:hierBranch val="init"/>
        </dgm:presLayoutVars>
      </dgm:prSet>
      <dgm:spPr/>
    </dgm:pt>
    <dgm:pt modelId="{36D7159A-D991-C645-A108-6AFF50694ECE}" type="pres">
      <dgm:prSet presAssocID="{D4528D36-6C28-2448-BE38-C78A670BD91D}" presName="rootComposite3" presStyleCnt="0"/>
      <dgm:spPr/>
    </dgm:pt>
    <dgm:pt modelId="{79363692-3A80-844B-A62D-3356CA3B8D88}" type="pres">
      <dgm:prSet presAssocID="{D4528D36-6C28-2448-BE38-C78A670BD91D}" presName="rootText3" presStyleLbl="asst1" presStyleIdx="2" presStyleCnt="3" custScaleX="158322" custScaleY="72967" custLinFactY="-5282" custLinFactNeighborX="-98563" custLinFactNeighborY="-100000">
        <dgm:presLayoutVars>
          <dgm:chPref val="3"/>
        </dgm:presLayoutVars>
      </dgm:prSet>
      <dgm:spPr/>
    </dgm:pt>
    <dgm:pt modelId="{54BD6DFF-D595-F041-A51A-5AF809A552C0}" type="pres">
      <dgm:prSet presAssocID="{D4528D36-6C28-2448-BE38-C78A670BD91D}" presName="titleText3" presStyleLbl="fgAcc2" presStyleIdx="2" presStyleCnt="3" custScaleX="131140" custScaleY="95617" custLinFactX="-92056" custLinFactY="-121778" custLinFactNeighborX="-100000" custLinFactNeighborY="-200000">
        <dgm:presLayoutVars>
          <dgm:chMax val="0"/>
          <dgm:chPref val="0"/>
        </dgm:presLayoutVars>
      </dgm:prSet>
      <dgm:spPr/>
    </dgm:pt>
    <dgm:pt modelId="{1960F80A-C3B1-B349-A3F4-872B3D52F2C9}" type="pres">
      <dgm:prSet presAssocID="{D4528D36-6C28-2448-BE38-C78A670BD91D}" presName="rootConnector3" presStyleLbl="asst1" presStyleIdx="2" presStyleCnt="3"/>
      <dgm:spPr/>
    </dgm:pt>
    <dgm:pt modelId="{67098DCF-239C-EA4A-8701-5CF41F4BDC88}" type="pres">
      <dgm:prSet presAssocID="{D4528D36-6C28-2448-BE38-C78A670BD91D}" presName="hierChild6" presStyleCnt="0"/>
      <dgm:spPr/>
    </dgm:pt>
    <dgm:pt modelId="{9831B57E-6C18-B84B-8FCC-4FD09B3C58B1}" type="pres">
      <dgm:prSet presAssocID="{D4528D36-6C28-2448-BE38-C78A670BD91D}" presName="hierChild7" presStyleCnt="0"/>
      <dgm:spPr/>
    </dgm:pt>
  </dgm:ptLst>
  <dgm:cxnLst>
    <dgm:cxn modelId="{3DEB0E01-5E4B-3543-90C3-9F6DDC06E02F}" srcId="{2B6F2729-184B-E141-B635-0F20F2861154}" destId="{88D416C9-4399-764D-BA5D-F59F1171F7E0}" srcOrd="0" destOrd="0" parTransId="{6B9117C8-051E-5048-BAAB-B0416E38A295}" sibTransId="{4D9B00F5-F537-034E-AF32-C771F264C86B}"/>
    <dgm:cxn modelId="{E33CD00A-6EE6-8E41-864B-ACB032043B4C}" type="presOf" srcId="{D4528D36-6C28-2448-BE38-C78A670BD91D}" destId="{1960F80A-C3B1-B349-A3F4-872B3D52F2C9}" srcOrd="1" destOrd="0" presId="urn:microsoft.com/office/officeart/2008/layout/NameandTitleOrganizationalChart"/>
    <dgm:cxn modelId="{E769650D-DECA-5A45-9D39-7618090A92A6}" type="presOf" srcId="{E1F82241-1578-C743-B8F0-7574F0D7BCFD}" destId="{1347DC7D-4AF4-5E43-8315-7481D9455804}" srcOrd="0" destOrd="0" presId="urn:microsoft.com/office/officeart/2008/layout/NameandTitleOrganizationalChart"/>
    <dgm:cxn modelId="{51C1370E-6081-0C4D-AC9D-8F065B2A1AAB}" type="presOf" srcId="{4D9B00F5-F537-034E-AF32-C771F264C86B}" destId="{C1CDE55D-F587-0F46-9C73-49C899CC1605}" srcOrd="0" destOrd="0" presId="urn:microsoft.com/office/officeart/2008/layout/NameandTitleOrganizationalChart"/>
    <dgm:cxn modelId="{4799BB0F-C898-4049-B853-9DFF470DD404}" type="presOf" srcId="{88D416C9-4399-764D-BA5D-F59F1171F7E0}" destId="{45B4E835-BDF1-4E48-AC52-FF36535FCD75}" srcOrd="1" destOrd="0" presId="urn:microsoft.com/office/officeart/2008/layout/NameandTitleOrganizationalChart"/>
    <dgm:cxn modelId="{C9D20C11-6F62-844A-9E51-09B0283DAF6F}" type="presOf" srcId="{B904632D-BE15-2B4C-AFB5-52920751FE13}" destId="{50FB79E2-175C-6043-99BE-88503D4EA79F}" srcOrd="0" destOrd="0" presId="urn:microsoft.com/office/officeart/2008/layout/NameandTitleOrganizationalChart"/>
    <dgm:cxn modelId="{5D689017-9617-4640-9D26-8D12EB42810C}" type="presOf" srcId="{5A912775-BD74-A246-B02C-63E5158977D1}" destId="{51350E0A-6637-C649-A579-75E70A421C45}" srcOrd="1" destOrd="0" presId="urn:microsoft.com/office/officeart/2008/layout/NameandTitleOrganizationalChart"/>
    <dgm:cxn modelId="{5A710B1B-E71A-4849-88B0-C38AE51BB0EE}" srcId="{36B28F06-E2BE-624C-8F56-6470175F83CC}" destId="{9DCFA784-C87B-DC42-8245-2DC18F46A69D}" srcOrd="6" destOrd="0" parTransId="{DAA5E491-19EA-564E-B457-6F84FA3FE870}" sibTransId="{3175C0CC-C6ED-FA49-BCB7-9EE44EA89C18}"/>
    <dgm:cxn modelId="{BDF6111C-2059-1F43-B060-05BF113CF348}" type="presOf" srcId="{D055C170-25CF-DB4F-B649-587B4D6BCBF2}" destId="{7374A6AC-0145-1441-BF44-4EE8C93D39BE}" srcOrd="0" destOrd="0" presId="urn:microsoft.com/office/officeart/2008/layout/NameandTitleOrganizationalChart"/>
    <dgm:cxn modelId="{84F4141C-72E1-484C-806B-0498A03EC0CD}" type="presOf" srcId="{1A2DDAEB-7E4B-7841-98A4-C7328AD6B359}" destId="{D307560B-580B-844A-AF85-49F62ACEE651}" srcOrd="0" destOrd="0" presId="urn:microsoft.com/office/officeart/2008/layout/NameandTitleOrganizationalChart"/>
    <dgm:cxn modelId="{614B4F1E-90C1-9D43-9203-FFC847A039BE}" type="presOf" srcId="{96E050E1-0B96-2143-917C-02C682900E97}" destId="{E2CE50B5-94E2-DD41-AA39-D5C0E280B949}" srcOrd="0" destOrd="0" presId="urn:microsoft.com/office/officeart/2008/layout/NameandTitleOrganizationalChart"/>
    <dgm:cxn modelId="{382F3026-FD2E-D54B-960E-34B112EF35AE}" type="presOf" srcId="{16F26C0F-6694-8C4F-B4EC-9DB2DDBC69F7}" destId="{911E9C21-5923-2B4D-8218-898A5DEDCEB7}" srcOrd="0" destOrd="0" presId="urn:microsoft.com/office/officeart/2008/layout/NameandTitleOrganizationalChart"/>
    <dgm:cxn modelId="{399E0929-5EA3-4348-8BE5-EF8E62920BC2}" type="presOf" srcId="{2B6F2729-184B-E141-B635-0F20F2861154}" destId="{CBFCE435-C6AE-E449-A5CF-C8CEAA2FC28B}" srcOrd="0" destOrd="0" presId="urn:microsoft.com/office/officeart/2008/layout/NameandTitleOrganizationalChart"/>
    <dgm:cxn modelId="{F3BFB32A-A096-EE42-973E-0DD7EED2F67A}" type="presOf" srcId="{1679CB31-27AA-5B4E-B956-DA77393261C7}" destId="{899F5B13-6EDA-6C40-B4A1-B92EBA9853F6}" srcOrd="0" destOrd="0" presId="urn:microsoft.com/office/officeart/2008/layout/NameandTitleOrganizationalChart"/>
    <dgm:cxn modelId="{471CFE30-D903-7F47-A1FF-C7BA20C3D64D}" type="presOf" srcId="{9DCFA784-C87B-DC42-8245-2DC18F46A69D}" destId="{4DB775DB-C27C-244A-A787-82A758F795FF}" srcOrd="0" destOrd="0" presId="urn:microsoft.com/office/officeart/2008/layout/NameandTitleOrganizationalChart"/>
    <dgm:cxn modelId="{357EA331-70A8-C248-9B8F-667DB7F4A9C5}" type="presOf" srcId="{6B9117C8-051E-5048-BAAB-B0416E38A295}" destId="{25280A67-76C9-CF48-94E4-DB7ACBEC6EA2}" srcOrd="0" destOrd="0" presId="urn:microsoft.com/office/officeart/2008/layout/NameandTitleOrganizationalChart"/>
    <dgm:cxn modelId="{28DAC435-2B5F-374D-B30C-4E66F479081E}" srcId="{36B28F06-E2BE-624C-8F56-6470175F83CC}" destId="{D4528D36-6C28-2448-BE38-C78A670BD91D}" srcOrd="2" destOrd="0" parTransId="{11BC3677-EB46-5A4D-BA19-D945FFB163D6}" sibTransId="{BEB5030E-43C9-E149-B9FF-06BE63F3B75B}"/>
    <dgm:cxn modelId="{85A4443A-2CEE-F04B-A4A9-F5779C97AF70}" type="presOf" srcId="{8F0B4072-2466-5344-B856-D5318F0A8975}" destId="{D6FE00EC-3CAC-F746-AE32-B64D6E9AF35C}" srcOrd="0" destOrd="0" presId="urn:microsoft.com/office/officeart/2008/layout/NameandTitleOrganizationalChart"/>
    <dgm:cxn modelId="{F3FC723A-DB82-954C-9FF7-A3D5D2642A53}" type="presOf" srcId="{FE89C3DE-5A2D-1B40-9771-BEEE1DF11C4C}" destId="{918EE4E8-7297-5D40-B8F2-D9C8194B06D3}" srcOrd="0" destOrd="0" presId="urn:microsoft.com/office/officeart/2008/layout/NameandTitleOrganizationalChart"/>
    <dgm:cxn modelId="{7CB5413C-0798-7B49-B0C1-BCAFA3D6D103}" type="presOf" srcId="{36B28F06-E2BE-624C-8F56-6470175F83CC}" destId="{F747BAD9-4043-CC4C-BFDE-3719E8AF484A}" srcOrd="1" destOrd="0" presId="urn:microsoft.com/office/officeart/2008/layout/NameandTitleOrganizationalChart"/>
    <dgm:cxn modelId="{0EE90A46-8D00-1E43-B6D4-5ADBBA3279B1}" srcId="{36B28F06-E2BE-624C-8F56-6470175F83CC}" destId="{1679CB31-27AA-5B4E-B956-DA77393261C7}" srcOrd="1" destOrd="0" parTransId="{D045CFBA-B572-A948-9C12-1B7EFF5DDBE4}" sibTransId="{1A2DDAEB-7E4B-7841-98A4-C7328AD6B359}"/>
    <dgm:cxn modelId="{C744AF52-66E6-AD43-991F-3472FD6019F2}" type="presOf" srcId="{36B28F06-E2BE-624C-8F56-6470175F83CC}" destId="{F9314137-E4F2-3D4C-8A65-24670A808680}" srcOrd="0" destOrd="0" presId="urn:microsoft.com/office/officeart/2008/layout/NameandTitleOrganizationalChart"/>
    <dgm:cxn modelId="{6AB05653-4ABA-FB4D-B9DE-72279C2751A3}" type="presOf" srcId="{D045CFBA-B572-A948-9C12-1B7EFF5DDBE4}" destId="{59A9FE09-59E2-8447-9BB3-26490B2BC205}" srcOrd="0" destOrd="0" presId="urn:microsoft.com/office/officeart/2008/layout/NameandTitleOrganizationalChart"/>
    <dgm:cxn modelId="{9233C054-E0C3-7149-8093-7615E8F5E1C5}" type="presOf" srcId="{EB912180-10DB-594B-B60E-4664EAB3E534}" destId="{858627B0-A821-E446-8B83-68AEFABC2427}" srcOrd="0" destOrd="0" presId="urn:microsoft.com/office/officeart/2008/layout/NameandTitleOrganizationalChart"/>
    <dgm:cxn modelId="{74DAD558-EAF3-7448-836F-D7C913369655}" type="presOf" srcId="{307A2784-BE26-8542-BB3F-695BDA39F6B0}" destId="{7C6EC666-F0CC-7342-975C-7C27AB8BA574}" srcOrd="0" destOrd="0" presId="urn:microsoft.com/office/officeart/2008/layout/NameandTitleOrganizationalChart"/>
    <dgm:cxn modelId="{BE65C45E-577F-924C-95F5-BDD0D09DE9B4}" type="presOf" srcId="{DDD45DF3-C08F-2143-A03F-4EE555D69DFE}" destId="{DDA0C070-CE9F-F143-9F23-55DB1DEAABE5}" srcOrd="0" destOrd="0" presId="urn:microsoft.com/office/officeart/2008/layout/NameandTitleOrganizationalChart"/>
    <dgm:cxn modelId="{435C8160-7797-F340-9F17-2C742989DD34}" type="presOf" srcId="{D4528D36-6C28-2448-BE38-C78A670BD91D}" destId="{79363692-3A80-844B-A62D-3356CA3B8D88}" srcOrd="0" destOrd="0" presId="urn:microsoft.com/office/officeart/2008/layout/NameandTitleOrganizationalChart"/>
    <dgm:cxn modelId="{DC143E6C-23ED-674F-999C-296286E5B1CB}" type="presOf" srcId="{96E050E1-0B96-2143-917C-02C682900E97}" destId="{1AD3D879-96CE-9146-BB55-64A3C75BBB1F}" srcOrd="1" destOrd="0" presId="urn:microsoft.com/office/officeart/2008/layout/NameandTitleOrganizationalChart"/>
    <dgm:cxn modelId="{61511781-6EA9-9A47-96D7-DB28BB77083A}" type="presOf" srcId="{BEB5030E-43C9-E149-B9FF-06BE63F3B75B}" destId="{54BD6DFF-D595-F041-A51A-5AF809A552C0}" srcOrd="0" destOrd="0" presId="urn:microsoft.com/office/officeart/2008/layout/NameandTitleOrganizationalChart"/>
    <dgm:cxn modelId="{F1662F81-2533-F54E-8EAD-64D8401DB76D}" type="presOf" srcId="{80589D8E-F48D-154D-8D66-A8A4917E5A2D}" destId="{9DEC4202-755A-2344-8796-6F2918EB0F12}" srcOrd="0" destOrd="0" presId="urn:microsoft.com/office/officeart/2008/layout/NameandTitleOrganizationalChart"/>
    <dgm:cxn modelId="{15824288-9D47-B440-BF2B-E5507B87CAD2}" type="presOf" srcId="{1679CB31-27AA-5B4E-B956-DA77393261C7}" destId="{050ABBF3-6427-6A4D-8D47-CED06369BE98}" srcOrd="1" destOrd="0" presId="urn:microsoft.com/office/officeart/2008/layout/NameandTitleOrganizationalChart"/>
    <dgm:cxn modelId="{31165B8F-63B6-664C-ACE0-0E3D6E3B364E}" srcId="{9DCFA784-C87B-DC42-8245-2DC18F46A69D}" destId="{EB912180-10DB-594B-B60E-4664EAB3E534}" srcOrd="0" destOrd="0" parTransId="{8F0B4072-2466-5344-B856-D5318F0A8975}" sibTransId="{307A2784-BE26-8542-BB3F-695BDA39F6B0}"/>
    <dgm:cxn modelId="{640FEE8F-40D7-8648-9613-EE3D8926C106}" type="presOf" srcId="{3175C0CC-C6ED-FA49-BCB7-9EE44EA89C18}" destId="{17460135-3B8C-4D41-A599-31A5BE1C7AED}" srcOrd="0" destOrd="0" presId="urn:microsoft.com/office/officeart/2008/layout/NameandTitleOrganizationalChart"/>
    <dgm:cxn modelId="{C2443C92-4CC6-7B43-9F70-3A375C9894A9}" type="presOf" srcId="{5A912775-BD74-A246-B02C-63E5158977D1}" destId="{D4669CB2-A470-0E47-BFA1-34C9F15B8A10}" srcOrd="0" destOrd="0" presId="urn:microsoft.com/office/officeart/2008/layout/NameandTitleOrganizationalChart"/>
    <dgm:cxn modelId="{BC402D94-393A-2049-A49C-CD15C2CB0136}" srcId="{36B28F06-E2BE-624C-8F56-6470175F83CC}" destId="{2B6F2729-184B-E141-B635-0F20F2861154}" srcOrd="5" destOrd="0" parTransId="{6D7F7FC2-D048-2240-8029-1A3304DAB8CC}" sibTransId="{D055C170-25CF-DB4F-B649-587B4D6BCBF2}"/>
    <dgm:cxn modelId="{789D0098-C636-3543-A5AD-79BF5A66F324}" type="presOf" srcId="{EB912180-10DB-594B-B60E-4664EAB3E534}" destId="{E562CBD0-8E97-1840-B637-FDA7FF0EC029}" srcOrd="1" destOrd="0" presId="urn:microsoft.com/office/officeart/2008/layout/NameandTitleOrganizationalChart"/>
    <dgm:cxn modelId="{FFBDA499-E5EF-5744-9405-AD8260F58C00}" type="presOf" srcId="{2B6F2729-184B-E141-B635-0F20F2861154}" destId="{1ECC01AB-6711-A249-9F9A-71D5FD043397}" srcOrd="1" destOrd="0" presId="urn:microsoft.com/office/officeart/2008/layout/NameandTitleOrganizationalChart"/>
    <dgm:cxn modelId="{B779C699-B6C1-CE44-A547-04EFBAE40C42}" srcId="{36B28F06-E2BE-624C-8F56-6470175F83CC}" destId="{96E050E1-0B96-2143-917C-02C682900E97}" srcOrd="3" destOrd="0" parTransId="{DDD45DF3-C08F-2143-A03F-4EE555D69DFE}" sibTransId="{16F26C0F-6694-8C4F-B4EC-9DB2DDBC69F7}"/>
    <dgm:cxn modelId="{EB5B679E-75C9-C744-B567-D75AB0A1D37C}" type="presOf" srcId="{DAA5E491-19EA-564E-B457-6F84FA3FE870}" destId="{B8F8652F-802E-2743-9975-E8FEF37F49E1}" srcOrd="0" destOrd="0" presId="urn:microsoft.com/office/officeart/2008/layout/NameandTitleOrganizationalChart"/>
    <dgm:cxn modelId="{95F9579F-E550-5F44-971C-0D1EAD632899}" srcId="{FE89C3DE-5A2D-1B40-9771-BEEE1DF11C4C}" destId="{36B28F06-E2BE-624C-8F56-6470175F83CC}" srcOrd="0" destOrd="0" parTransId="{8191AB61-3DB7-9E49-9997-77DBB8997CC2}" sibTransId="{E1F82241-1578-C743-B8F0-7574F0D7BCFD}"/>
    <dgm:cxn modelId="{D50F74A5-20C8-0746-B833-968A5EA9354A}" type="presOf" srcId="{B904632D-BE15-2B4C-AFB5-52920751FE13}" destId="{776BA0EF-BEF5-5A49-9FDC-19EAF1D8BB60}" srcOrd="1" destOrd="0" presId="urn:microsoft.com/office/officeart/2008/layout/NameandTitleOrganizationalChart"/>
    <dgm:cxn modelId="{FEAF9DB2-24E0-B747-971C-F2522541D4C1}" type="presOf" srcId="{11BC3677-EB46-5A4D-BA19-D945FFB163D6}" destId="{6F698BA5-1D6D-1645-8C36-4A9F8C4BCA1E}" srcOrd="0" destOrd="0" presId="urn:microsoft.com/office/officeart/2008/layout/NameandTitleOrganizationalChart"/>
    <dgm:cxn modelId="{8939E0BE-3184-774B-80EC-FA3BB68FB743}" type="presOf" srcId="{55F3E47F-17A4-E94B-96A2-03991FC2764D}" destId="{2B3177EE-12EC-CC4B-86F9-8F6C811CB028}" srcOrd="0" destOrd="0" presId="urn:microsoft.com/office/officeart/2008/layout/NameandTitleOrganizationalChart"/>
    <dgm:cxn modelId="{56251CC5-5EF8-FE44-B6E5-A27EE23E9C8B}" type="presOf" srcId="{9DCFA784-C87B-DC42-8245-2DC18F46A69D}" destId="{073539D9-BDCF-CE48-97EA-566D64A11088}" srcOrd="1" destOrd="0" presId="urn:microsoft.com/office/officeart/2008/layout/NameandTitleOrganizationalChart"/>
    <dgm:cxn modelId="{A0035ECE-454B-4340-A817-E281AB49B4A3}" type="presOf" srcId="{0E3DB793-D065-8B43-B76D-1E6D57B3EACE}" destId="{31907B83-C836-8A4A-A48A-9DD49D80F162}" srcOrd="0" destOrd="0" presId="urn:microsoft.com/office/officeart/2008/layout/NameandTitleOrganizationalChart"/>
    <dgm:cxn modelId="{FF476ADE-1CE4-8349-B6CB-322BBAA9F0F4}" srcId="{36B28F06-E2BE-624C-8F56-6470175F83CC}" destId="{B904632D-BE15-2B4C-AFB5-52920751FE13}" srcOrd="4" destOrd="0" parTransId="{90D26952-82E4-3D40-80BF-0ACF4BA68BE9}" sibTransId="{55F3E47F-17A4-E94B-96A2-03991FC2764D}"/>
    <dgm:cxn modelId="{A4C185DE-4747-B846-8429-B95375BEFB54}" type="presOf" srcId="{6D7F7FC2-D048-2240-8029-1A3304DAB8CC}" destId="{3EB20C4E-C168-2C47-9EA3-0173AB662BA8}" srcOrd="0" destOrd="0" presId="urn:microsoft.com/office/officeart/2008/layout/NameandTitleOrganizationalChart"/>
    <dgm:cxn modelId="{2ED7D8E6-59A6-2149-9DD1-042E4904E6AD}" srcId="{36B28F06-E2BE-624C-8F56-6470175F83CC}" destId="{5A912775-BD74-A246-B02C-63E5158977D1}" srcOrd="0" destOrd="0" parTransId="{0E3DB793-D065-8B43-B76D-1E6D57B3EACE}" sibTransId="{80589D8E-F48D-154D-8D66-A8A4917E5A2D}"/>
    <dgm:cxn modelId="{AD73B7EA-6D86-354F-AEA8-C5FD3505F474}" type="presOf" srcId="{88D416C9-4399-764D-BA5D-F59F1171F7E0}" destId="{FA51453F-E189-DE47-9453-7928C923030B}" srcOrd="0" destOrd="0" presId="urn:microsoft.com/office/officeart/2008/layout/NameandTitleOrganizationalChart"/>
    <dgm:cxn modelId="{DECA1DF7-A091-444D-9337-EEE161EE1273}" type="presOf" srcId="{90D26952-82E4-3D40-80BF-0ACF4BA68BE9}" destId="{79F912CB-B871-E943-A009-6BFB7C08D2A1}" srcOrd="0" destOrd="0" presId="urn:microsoft.com/office/officeart/2008/layout/NameandTitleOrganizationalChart"/>
    <dgm:cxn modelId="{F91A6AAA-FD7E-BA42-8A69-D1BCAEC4DE5D}" type="presParOf" srcId="{918EE4E8-7297-5D40-B8F2-D9C8194B06D3}" destId="{E4156840-43D0-174F-865A-169293B74785}" srcOrd="0" destOrd="0" presId="urn:microsoft.com/office/officeart/2008/layout/NameandTitleOrganizationalChart"/>
    <dgm:cxn modelId="{42AE63F1-2956-D145-91D4-6DAFAAFAD16D}" type="presParOf" srcId="{E4156840-43D0-174F-865A-169293B74785}" destId="{2AFF4761-EE64-A542-B679-35F6E2B8BFBB}" srcOrd="0" destOrd="0" presId="urn:microsoft.com/office/officeart/2008/layout/NameandTitleOrganizationalChart"/>
    <dgm:cxn modelId="{469D10FC-7A06-2D40-BE7B-213176969EB0}" type="presParOf" srcId="{2AFF4761-EE64-A542-B679-35F6E2B8BFBB}" destId="{F9314137-E4F2-3D4C-8A65-24670A808680}" srcOrd="0" destOrd="0" presId="urn:microsoft.com/office/officeart/2008/layout/NameandTitleOrganizationalChart"/>
    <dgm:cxn modelId="{3BC03B1A-2753-9748-AAF0-BB5F27BF365D}" type="presParOf" srcId="{2AFF4761-EE64-A542-B679-35F6E2B8BFBB}" destId="{1347DC7D-4AF4-5E43-8315-7481D9455804}" srcOrd="1" destOrd="0" presId="urn:microsoft.com/office/officeart/2008/layout/NameandTitleOrganizationalChart"/>
    <dgm:cxn modelId="{F2B52AB1-B730-A142-9A92-1A4EF9253CD5}" type="presParOf" srcId="{2AFF4761-EE64-A542-B679-35F6E2B8BFBB}" destId="{F747BAD9-4043-CC4C-BFDE-3719E8AF484A}" srcOrd="2" destOrd="0" presId="urn:microsoft.com/office/officeart/2008/layout/NameandTitleOrganizationalChart"/>
    <dgm:cxn modelId="{6ECA9191-071C-8F4C-84B4-2E2556D26BB7}" type="presParOf" srcId="{E4156840-43D0-174F-865A-169293B74785}" destId="{1CAFD2F5-2D1A-E244-9E94-1D414AFC84B5}" srcOrd="1" destOrd="0" presId="urn:microsoft.com/office/officeart/2008/layout/NameandTitleOrganizationalChart"/>
    <dgm:cxn modelId="{ACA24665-2F66-E949-BC5A-0282D4A58D6A}" type="presParOf" srcId="{1CAFD2F5-2D1A-E244-9E94-1D414AFC84B5}" destId="{DDA0C070-CE9F-F143-9F23-55DB1DEAABE5}" srcOrd="0" destOrd="0" presId="urn:microsoft.com/office/officeart/2008/layout/NameandTitleOrganizationalChart"/>
    <dgm:cxn modelId="{6FFD4419-CC5A-8943-88BE-6A79A10BA08A}" type="presParOf" srcId="{1CAFD2F5-2D1A-E244-9E94-1D414AFC84B5}" destId="{FCC40917-B402-3A4F-9DB6-A5723AB4617E}" srcOrd="1" destOrd="0" presId="urn:microsoft.com/office/officeart/2008/layout/NameandTitleOrganizationalChart"/>
    <dgm:cxn modelId="{7EEE128C-E085-434A-91A8-167B20990B97}" type="presParOf" srcId="{FCC40917-B402-3A4F-9DB6-A5723AB4617E}" destId="{C6DE42BE-8E7D-C44D-A9F4-56D03432BB89}" srcOrd="0" destOrd="0" presId="urn:microsoft.com/office/officeart/2008/layout/NameandTitleOrganizationalChart"/>
    <dgm:cxn modelId="{791B3A21-7B4A-3349-94E2-72FCC7FCADE6}" type="presParOf" srcId="{C6DE42BE-8E7D-C44D-A9F4-56D03432BB89}" destId="{E2CE50B5-94E2-DD41-AA39-D5C0E280B949}" srcOrd="0" destOrd="0" presId="urn:microsoft.com/office/officeart/2008/layout/NameandTitleOrganizationalChart"/>
    <dgm:cxn modelId="{9CEDB40E-1A03-BF47-BAC8-6E97E8DAB761}" type="presParOf" srcId="{C6DE42BE-8E7D-C44D-A9F4-56D03432BB89}" destId="{911E9C21-5923-2B4D-8218-898A5DEDCEB7}" srcOrd="1" destOrd="0" presId="urn:microsoft.com/office/officeart/2008/layout/NameandTitleOrganizationalChart"/>
    <dgm:cxn modelId="{F0376F60-1AEE-7B45-9F40-731D2115CA02}" type="presParOf" srcId="{C6DE42BE-8E7D-C44D-A9F4-56D03432BB89}" destId="{1AD3D879-96CE-9146-BB55-64A3C75BBB1F}" srcOrd="2" destOrd="0" presId="urn:microsoft.com/office/officeart/2008/layout/NameandTitleOrganizationalChart"/>
    <dgm:cxn modelId="{6294D8A8-3815-9447-9A02-56C3B8083CF6}" type="presParOf" srcId="{FCC40917-B402-3A4F-9DB6-A5723AB4617E}" destId="{948BE965-715D-6D46-9EA1-8375BE8F48A1}" srcOrd="1" destOrd="0" presId="urn:microsoft.com/office/officeart/2008/layout/NameandTitleOrganizationalChart"/>
    <dgm:cxn modelId="{5C473003-20A2-2644-A9D2-79BCFA2E4671}" type="presParOf" srcId="{FCC40917-B402-3A4F-9DB6-A5723AB4617E}" destId="{12123942-A476-3F49-B2C1-DC231760A958}" srcOrd="2" destOrd="0" presId="urn:microsoft.com/office/officeart/2008/layout/NameandTitleOrganizationalChart"/>
    <dgm:cxn modelId="{6AC6B68E-E925-E74F-8BE3-576BBC9717D1}" type="presParOf" srcId="{1CAFD2F5-2D1A-E244-9E94-1D414AFC84B5}" destId="{79F912CB-B871-E943-A009-6BFB7C08D2A1}" srcOrd="2" destOrd="0" presId="urn:microsoft.com/office/officeart/2008/layout/NameandTitleOrganizationalChart"/>
    <dgm:cxn modelId="{9655A59D-0F6E-984F-8E99-18D5A6A0747B}" type="presParOf" srcId="{1CAFD2F5-2D1A-E244-9E94-1D414AFC84B5}" destId="{2624E466-350A-D849-AF9F-A9524E9C8915}" srcOrd="3" destOrd="0" presId="urn:microsoft.com/office/officeart/2008/layout/NameandTitleOrganizationalChart"/>
    <dgm:cxn modelId="{DFDFFB57-257D-B740-A7C9-CD3812DF0D0B}" type="presParOf" srcId="{2624E466-350A-D849-AF9F-A9524E9C8915}" destId="{84F2FE0B-73B6-884F-9BDC-89F001D2C1A7}" srcOrd="0" destOrd="0" presId="urn:microsoft.com/office/officeart/2008/layout/NameandTitleOrganizationalChart"/>
    <dgm:cxn modelId="{E9C16F92-0EC0-C048-91D7-4EDA154B7EAE}" type="presParOf" srcId="{84F2FE0B-73B6-884F-9BDC-89F001D2C1A7}" destId="{50FB79E2-175C-6043-99BE-88503D4EA79F}" srcOrd="0" destOrd="0" presId="urn:microsoft.com/office/officeart/2008/layout/NameandTitleOrganizationalChart"/>
    <dgm:cxn modelId="{9C176001-89AA-1B46-A3E3-F9A8A95A3D7B}" type="presParOf" srcId="{84F2FE0B-73B6-884F-9BDC-89F001D2C1A7}" destId="{2B3177EE-12EC-CC4B-86F9-8F6C811CB028}" srcOrd="1" destOrd="0" presId="urn:microsoft.com/office/officeart/2008/layout/NameandTitleOrganizationalChart"/>
    <dgm:cxn modelId="{2ECA4FEC-90E5-8B41-83E8-78C1084738B6}" type="presParOf" srcId="{84F2FE0B-73B6-884F-9BDC-89F001D2C1A7}" destId="{776BA0EF-BEF5-5A49-9FDC-19EAF1D8BB60}" srcOrd="2" destOrd="0" presId="urn:microsoft.com/office/officeart/2008/layout/NameandTitleOrganizationalChart"/>
    <dgm:cxn modelId="{8617B0E1-E6E1-9541-9880-13FF2AE8F619}" type="presParOf" srcId="{2624E466-350A-D849-AF9F-A9524E9C8915}" destId="{817D1DC2-3E10-F745-8BE1-1A351A0017B2}" srcOrd="1" destOrd="0" presId="urn:microsoft.com/office/officeart/2008/layout/NameandTitleOrganizationalChart"/>
    <dgm:cxn modelId="{0DB009C0-A1CE-8F45-A261-5C49105D5910}" type="presParOf" srcId="{2624E466-350A-D849-AF9F-A9524E9C8915}" destId="{F4EBD50F-A667-3045-AE74-6164958CDF12}" srcOrd="2" destOrd="0" presId="urn:microsoft.com/office/officeart/2008/layout/NameandTitleOrganizationalChart"/>
    <dgm:cxn modelId="{6F13243A-B530-6A4B-B9D0-48C9A8E3F68A}" type="presParOf" srcId="{1CAFD2F5-2D1A-E244-9E94-1D414AFC84B5}" destId="{3EB20C4E-C168-2C47-9EA3-0173AB662BA8}" srcOrd="4" destOrd="0" presId="urn:microsoft.com/office/officeart/2008/layout/NameandTitleOrganizationalChart"/>
    <dgm:cxn modelId="{2D14FAA0-C25A-2145-BFC8-CA3E4DB3DA83}" type="presParOf" srcId="{1CAFD2F5-2D1A-E244-9E94-1D414AFC84B5}" destId="{303D9246-6B10-554E-BC66-B490952CCA7C}" srcOrd="5" destOrd="0" presId="urn:microsoft.com/office/officeart/2008/layout/NameandTitleOrganizationalChart"/>
    <dgm:cxn modelId="{C197A6C9-3A58-2948-A019-D6A2DF24BBC8}" type="presParOf" srcId="{303D9246-6B10-554E-BC66-B490952CCA7C}" destId="{FDB7C316-BB1B-8849-9CD2-D8D7043238A1}" srcOrd="0" destOrd="0" presId="urn:microsoft.com/office/officeart/2008/layout/NameandTitleOrganizationalChart"/>
    <dgm:cxn modelId="{78D06B28-392F-C648-A943-8A5BBC3CAC8A}" type="presParOf" srcId="{FDB7C316-BB1B-8849-9CD2-D8D7043238A1}" destId="{CBFCE435-C6AE-E449-A5CF-C8CEAA2FC28B}" srcOrd="0" destOrd="0" presId="urn:microsoft.com/office/officeart/2008/layout/NameandTitleOrganizationalChart"/>
    <dgm:cxn modelId="{90BED02A-17BA-BE42-9034-BBB8FF5664C2}" type="presParOf" srcId="{FDB7C316-BB1B-8849-9CD2-D8D7043238A1}" destId="{7374A6AC-0145-1441-BF44-4EE8C93D39BE}" srcOrd="1" destOrd="0" presId="urn:microsoft.com/office/officeart/2008/layout/NameandTitleOrganizationalChart"/>
    <dgm:cxn modelId="{85DD276B-EE4A-7840-88C3-DAADF8426D9A}" type="presParOf" srcId="{FDB7C316-BB1B-8849-9CD2-D8D7043238A1}" destId="{1ECC01AB-6711-A249-9F9A-71D5FD043397}" srcOrd="2" destOrd="0" presId="urn:microsoft.com/office/officeart/2008/layout/NameandTitleOrganizationalChart"/>
    <dgm:cxn modelId="{0714DB80-9FB6-D949-814C-360F66BDCB29}" type="presParOf" srcId="{303D9246-6B10-554E-BC66-B490952CCA7C}" destId="{2722E311-C8A7-0843-BD02-0B1AB2032907}" srcOrd="1" destOrd="0" presId="urn:microsoft.com/office/officeart/2008/layout/NameandTitleOrganizationalChart"/>
    <dgm:cxn modelId="{EE0E7E6A-5D54-EE4F-AC52-FB2595D649CE}" type="presParOf" srcId="{2722E311-C8A7-0843-BD02-0B1AB2032907}" destId="{25280A67-76C9-CF48-94E4-DB7ACBEC6EA2}" srcOrd="0" destOrd="0" presId="urn:microsoft.com/office/officeart/2008/layout/NameandTitleOrganizationalChart"/>
    <dgm:cxn modelId="{74061DF4-C7A0-BA42-85E3-47926862B41D}" type="presParOf" srcId="{2722E311-C8A7-0843-BD02-0B1AB2032907}" destId="{8F43392A-CA50-3547-95F3-AEA35CA59495}" srcOrd="1" destOrd="0" presId="urn:microsoft.com/office/officeart/2008/layout/NameandTitleOrganizationalChart"/>
    <dgm:cxn modelId="{13D2851E-7153-DB41-8096-7BFAE41EBF48}" type="presParOf" srcId="{8F43392A-CA50-3547-95F3-AEA35CA59495}" destId="{7C9C5192-4BFA-A04F-815F-0D7F081064B5}" srcOrd="0" destOrd="0" presId="urn:microsoft.com/office/officeart/2008/layout/NameandTitleOrganizationalChart"/>
    <dgm:cxn modelId="{53F7DE00-41A9-0649-A2FA-F3DF918C98AC}" type="presParOf" srcId="{7C9C5192-4BFA-A04F-815F-0D7F081064B5}" destId="{FA51453F-E189-DE47-9453-7928C923030B}" srcOrd="0" destOrd="0" presId="urn:microsoft.com/office/officeart/2008/layout/NameandTitleOrganizationalChart"/>
    <dgm:cxn modelId="{655BD48C-9751-2744-8C54-EB8C395F6676}" type="presParOf" srcId="{7C9C5192-4BFA-A04F-815F-0D7F081064B5}" destId="{C1CDE55D-F587-0F46-9C73-49C899CC1605}" srcOrd="1" destOrd="0" presId="urn:microsoft.com/office/officeart/2008/layout/NameandTitleOrganizationalChart"/>
    <dgm:cxn modelId="{B4AA115A-3DF8-B749-8C4D-24CA9A6612A0}" type="presParOf" srcId="{7C9C5192-4BFA-A04F-815F-0D7F081064B5}" destId="{45B4E835-BDF1-4E48-AC52-FF36535FCD75}" srcOrd="2" destOrd="0" presId="urn:microsoft.com/office/officeart/2008/layout/NameandTitleOrganizationalChart"/>
    <dgm:cxn modelId="{0E06B93D-9C9C-B246-BE1B-E46914B2B425}" type="presParOf" srcId="{8F43392A-CA50-3547-95F3-AEA35CA59495}" destId="{BC677369-5FE2-6F4C-9FD4-32BF7E0FE028}" srcOrd="1" destOrd="0" presId="urn:microsoft.com/office/officeart/2008/layout/NameandTitleOrganizationalChart"/>
    <dgm:cxn modelId="{0F118AC1-AD2B-FE4C-941C-FFF7CC8E08BD}" type="presParOf" srcId="{8F43392A-CA50-3547-95F3-AEA35CA59495}" destId="{C586B744-4296-0B46-A437-C48F26819AB2}" srcOrd="2" destOrd="0" presId="urn:microsoft.com/office/officeart/2008/layout/NameandTitleOrganizationalChart"/>
    <dgm:cxn modelId="{B22AE591-3C8D-5D44-ABDE-481D5B3706B3}" type="presParOf" srcId="{303D9246-6B10-554E-BC66-B490952CCA7C}" destId="{64990CA2-A80E-E743-A5AD-357237834C7C}" srcOrd="2" destOrd="0" presId="urn:microsoft.com/office/officeart/2008/layout/NameandTitleOrganizationalChart"/>
    <dgm:cxn modelId="{B98A5323-3ECF-2642-A605-B0E9A91E3D8B}" type="presParOf" srcId="{1CAFD2F5-2D1A-E244-9E94-1D414AFC84B5}" destId="{B8F8652F-802E-2743-9975-E8FEF37F49E1}" srcOrd="6" destOrd="0" presId="urn:microsoft.com/office/officeart/2008/layout/NameandTitleOrganizationalChart"/>
    <dgm:cxn modelId="{C69EE9DC-959F-CD4F-875B-944DF75E3DE0}" type="presParOf" srcId="{1CAFD2F5-2D1A-E244-9E94-1D414AFC84B5}" destId="{E870B0C6-540C-5D46-9409-CB7DADEEC2D1}" srcOrd="7" destOrd="0" presId="urn:microsoft.com/office/officeart/2008/layout/NameandTitleOrganizationalChart"/>
    <dgm:cxn modelId="{3CCB78FE-F045-6D4C-9B66-BBA342A2CB92}" type="presParOf" srcId="{E870B0C6-540C-5D46-9409-CB7DADEEC2D1}" destId="{7F628B63-ABD0-B841-A714-C8A718D9BA1E}" srcOrd="0" destOrd="0" presId="urn:microsoft.com/office/officeart/2008/layout/NameandTitleOrganizationalChart"/>
    <dgm:cxn modelId="{A6B2BB99-9998-1845-AB8D-8FBFECFD83E2}" type="presParOf" srcId="{7F628B63-ABD0-B841-A714-C8A718D9BA1E}" destId="{4DB775DB-C27C-244A-A787-82A758F795FF}" srcOrd="0" destOrd="0" presId="urn:microsoft.com/office/officeart/2008/layout/NameandTitleOrganizationalChart"/>
    <dgm:cxn modelId="{FE81B7D2-8C1C-B04E-B7E0-315C238BE982}" type="presParOf" srcId="{7F628B63-ABD0-B841-A714-C8A718D9BA1E}" destId="{17460135-3B8C-4D41-A599-31A5BE1C7AED}" srcOrd="1" destOrd="0" presId="urn:microsoft.com/office/officeart/2008/layout/NameandTitleOrganizationalChart"/>
    <dgm:cxn modelId="{0DA7B473-3F32-5242-B22E-451B581D670F}" type="presParOf" srcId="{7F628B63-ABD0-B841-A714-C8A718D9BA1E}" destId="{073539D9-BDCF-CE48-97EA-566D64A11088}" srcOrd="2" destOrd="0" presId="urn:microsoft.com/office/officeart/2008/layout/NameandTitleOrganizationalChart"/>
    <dgm:cxn modelId="{ED428CA3-D350-8B4E-8C96-CA2B15B4710B}" type="presParOf" srcId="{E870B0C6-540C-5D46-9409-CB7DADEEC2D1}" destId="{2EA10AB4-B38F-3849-8B52-D0F79AAAD797}" srcOrd="1" destOrd="0" presId="urn:microsoft.com/office/officeart/2008/layout/NameandTitleOrganizationalChart"/>
    <dgm:cxn modelId="{4A5EB051-3219-FA49-A0EB-BFDEEB99FB2F}" type="presParOf" srcId="{2EA10AB4-B38F-3849-8B52-D0F79AAAD797}" destId="{D6FE00EC-3CAC-F746-AE32-B64D6E9AF35C}" srcOrd="0" destOrd="0" presId="urn:microsoft.com/office/officeart/2008/layout/NameandTitleOrganizationalChart"/>
    <dgm:cxn modelId="{A337194B-B1E5-5C49-81B2-F56AC4821D0B}" type="presParOf" srcId="{2EA10AB4-B38F-3849-8B52-D0F79AAAD797}" destId="{5F69E3A0-B092-014D-B405-4397313407CE}" srcOrd="1" destOrd="0" presId="urn:microsoft.com/office/officeart/2008/layout/NameandTitleOrganizationalChart"/>
    <dgm:cxn modelId="{DE70D571-EAEA-2B48-821B-090823DF9E71}" type="presParOf" srcId="{5F69E3A0-B092-014D-B405-4397313407CE}" destId="{C962D461-9CC8-FF48-A8EE-4D36A89DC289}" srcOrd="0" destOrd="0" presId="urn:microsoft.com/office/officeart/2008/layout/NameandTitleOrganizationalChart"/>
    <dgm:cxn modelId="{9B3C69AA-A0F2-7E4B-8F78-E7851FF40D08}" type="presParOf" srcId="{C962D461-9CC8-FF48-A8EE-4D36A89DC289}" destId="{858627B0-A821-E446-8B83-68AEFABC2427}" srcOrd="0" destOrd="0" presId="urn:microsoft.com/office/officeart/2008/layout/NameandTitleOrganizationalChart"/>
    <dgm:cxn modelId="{4EF0C3B8-B478-4945-B3E4-34DBDCECE1D6}" type="presParOf" srcId="{C962D461-9CC8-FF48-A8EE-4D36A89DC289}" destId="{7C6EC666-F0CC-7342-975C-7C27AB8BA574}" srcOrd="1" destOrd="0" presId="urn:microsoft.com/office/officeart/2008/layout/NameandTitleOrganizationalChart"/>
    <dgm:cxn modelId="{64730F81-F109-474B-B6F7-9969E533BD02}" type="presParOf" srcId="{C962D461-9CC8-FF48-A8EE-4D36A89DC289}" destId="{E562CBD0-8E97-1840-B637-FDA7FF0EC029}" srcOrd="2" destOrd="0" presId="urn:microsoft.com/office/officeart/2008/layout/NameandTitleOrganizationalChart"/>
    <dgm:cxn modelId="{2F37C4BF-7668-C94E-9C10-D546A10E82B6}" type="presParOf" srcId="{5F69E3A0-B092-014D-B405-4397313407CE}" destId="{9097E76F-24C8-B245-8167-817E1B082DB9}" srcOrd="1" destOrd="0" presId="urn:microsoft.com/office/officeart/2008/layout/NameandTitleOrganizationalChart"/>
    <dgm:cxn modelId="{39E6E2BB-4262-F34D-B470-A873CCA19304}" type="presParOf" srcId="{5F69E3A0-B092-014D-B405-4397313407CE}" destId="{81CBF4E7-D7B8-FF45-BA3C-4579FA827DA0}" srcOrd="2" destOrd="0" presId="urn:microsoft.com/office/officeart/2008/layout/NameandTitleOrganizationalChart"/>
    <dgm:cxn modelId="{9C459E49-CEC6-D646-A1A5-219C91E2AD92}" type="presParOf" srcId="{E870B0C6-540C-5D46-9409-CB7DADEEC2D1}" destId="{F27C0BDB-1D6D-FA4A-A491-100D15B6D33B}" srcOrd="2" destOrd="0" presId="urn:microsoft.com/office/officeart/2008/layout/NameandTitleOrganizationalChart"/>
    <dgm:cxn modelId="{95F865CB-167E-4647-B09A-470F5042DE44}" type="presParOf" srcId="{E4156840-43D0-174F-865A-169293B74785}" destId="{954B4017-85AE-FE4E-A36A-7C83AD59D0CC}" srcOrd="2" destOrd="0" presId="urn:microsoft.com/office/officeart/2008/layout/NameandTitleOrganizationalChart"/>
    <dgm:cxn modelId="{0DC66830-51F3-3542-A799-6F0A2F323D3C}" type="presParOf" srcId="{954B4017-85AE-FE4E-A36A-7C83AD59D0CC}" destId="{31907B83-C836-8A4A-A48A-9DD49D80F162}" srcOrd="0" destOrd="0" presId="urn:microsoft.com/office/officeart/2008/layout/NameandTitleOrganizationalChart"/>
    <dgm:cxn modelId="{9324CE4C-3CF0-EC4A-93CA-BD1F46B1082B}" type="presParOf" srcId="{954B4017-85AE-FE4E-A36A-7C83AD59D0CC}" destId="{114441BC-8C93-FA41-8719-5B1B54715D63}" srcOrd="1" destOrd="0" presId="urn:microsoft.com/office/officeart/2008/layout/NameandTitleOrganizationalChart"/>
    <dgm:cxn modelId="{5631B928-7CD5-F54C-8C45-726B0E377FA2}" type="presParOf" srcId="{114441BC-8C93-FA41-8719-5B1B54715D63}" destId="{D82F504D-F1A2-E34C-AB7D-9ED793388A0A}" srcOrd="0" destOrd="0" presId="urn:microsoft.com/office/officeart/2008/layout/NameandTitleOrganizationalChart"/>
    <dgm:cxn modelId="{0AE13610-97FD-5A43-94CB-99799556A762}" type="presParOf" srcId="{D82F504D-F1A2-E34C-AB7D-9ED793388A0A}" destId="{D4669CB2-A470-0E47-BFA1-34C9F15B8A10}" srcOrd="0" destOrd="0" presId="urn:microsoft.com/office/officeart/2008/layout/NameandTitleOrganizationalChart"/>
    <dgm:cxn modelId="{C8089D5A-D003-1548-9673-662AD1004010}" type="presParOf" srcId="{D82F504D-F1A2-E34C-AB7D-9ED793388A0A}" destId="{9DEC4202-755A-2344-8796-6F2918EB0F12}" srcOrd="1" destOrd="0" presId="urn:microsoft.com/office/officeart/2008/layout/NameandTitleOrganizationalChart"/>
    <dgm:cxn modelId="{77E5B15E-DB14-0C44-B7BC-E2A84EB581F6}" type="presParOf" srcId="{D82F504D-F1A2-E34C-AB7D-9ED793388A0A}" destId="{51350E0A-6637-C649-A579-75E70A421C45}" srcOrd="2" destOrd="0" presId="urn:microsoft.com/office/officeart/2008/layout/NameandTitleOrganizationalChart"/>
    <dgm:cxn modelId="{E8748B3A-6662-A545-A229-DAD6CF193AB7}" type="presParOf" srcId="{114441BC-8C93-FA41-8719-5B1B54715D63}" destId="{BF4B613E-57CB-3F43-A5D8-B86B43A670D4}" srcOrd="1" destOrd="0" presId="urn:microsoft.com/office/officeart/2008/layout/NameandTitleOrganizationalChart"/>
    <dgm:cxn modelId="{DDB77E0A-2486-454B-8220-6C0D9C7B6F75}" type="presParOf" srcId="{114441BC-8C93-FA41-8719-5B1B54715D63}" destId="{4A7C60E3-A6C4-C848-8D15-1EC4B888FEF3}" srcOrd="2" destOrd="0" presId="urn:microsoft.com/office/officeart/2008/layout/NameandTitleOrganizationalChart"/>
    <dgm:cxn modelId="{B3D07A04-4BB2-2B46-8162-E265877E2C2E}" type="presParOf" srcId="{954B4017-85AE-FE4E-A36A-7C83AD59D0CC}" destId="{59A9FE09-59E2-8447-9BB3-26490B2BC205}" srcOrd="2" destOrd="0" presId="urn:microsoft.com/office/officeart/2008/layout/NameandTitleOrganizationalChart"/>
    <dgm:cxn modelId="{0BF9ABCB-5183-FD44-BDE2-F86DA971D282}" type="presParOf" srcId="{954B4017-85AE-FE4E-A36A-7C83AD59D0CC}" destId="{1A2080FB-B194-2E43-906B-DAE5688CCA33}" srcOrd="3" destOrd="0" presId="urn:microsoft.com/office/officeart/2008/layout/NameandTitleOrganizationalChart"/>
    <dgm:cxn modelId="{A166178E-F4E3-9741-A083-558AE4714CEE}" type="presParOf" srcId="{1A2080FB-B194-2E43-906B-DAE5688CCA33}" destId="{DCEBBEB6-CCB4-8D4D-B6AE-69E793E75253}" srcOrd="0" destOrd="0" presId="urn:microsoft.com/office/officeart/2008/layout/NameandTitleOrganizationalChart"/>
    <dgm:cxn modelId="{E03E5DBA-CEBF-0147-81FF-726EB93474EC}" type="presParOf" srcId="{DCEBBEB6-CCB4-8D4D-B6AE-69E793E75253}" destId="{899F5B13-6EDA-6C40-B4A1-B92EBA9853F6}" srcOrd="0" destOrd="0" presId="urn:microsoft.com/office/officeart/2008/layout/NameandTitleOrganizationalChart"/>
    <dgm:cxn modelId="{81C3F130-45DE-3A45-8EBA-8A1604356A4B}" type="presParOf" srcId="{DCEBBEB6-CCB4-8D4D-B6AE-69E793E75253}" destId="{D307560B-580B-844A-AF85-49F62ACEE651}" srcOrd="1" destOrd="0" presId="urn:microsoft.com/office/officeart/2008/layout/NameandTitleOrganizationalChart"/>
    <dgm:cxn modelId="{65EAC452-C0C9-994A-AB3C-42BF7EBED906}" type="presParOf" srcId="{DCEBBEB6-CCB4-8D4D-B6AE-69E793E75253}" destId="{050ABBF3-6427-6A4D-8D47-CED06369BE98}" srcOrd="2" destOrd="0" presId="urn:microsoft.com/office/officeart/2008/layout/NameandTitleOrganizationalChart"/>
    <dgm:cxn modelId="{501506A4-6141-F94E-98AB-C827BE4E2A74}" type="presParOf" srcId="{1A2080FB-B194-2E43-906B-DAE5688CCA33}" destId="{3FC4ACDD-444A-5143-9980-C5C24CD821D2}" srcOrd="1" destOrd="0" presId="urn:microsoft.com/office/officeart/2008/layout/NameandTitleOrganizationalChart"/>
    <dgm:cxn modelId="{392BC273-E8D2-D84A-A2DA-45D263398738}" type="presParOf" srcId="{1A2080FB-B194-2E43-906B-DAE5688CCA33}" destId="{3428B259-8F6E-0348-A647-073538CA7091}" srcOrd="2" destOrd="0" presId="urn:microsoft.com/office/officeart/2008/layout/NameandTitleOrganizationalChart"/>
    <dgm:cxn modelId="{6C3CD82D-C333-314B-A735-16299A60C1A7}" type="presParOf" srcId="{954B4017-85AE-FE4E-A36A-7C83AD59D0CC}" destId="{6F698BA5-1D6D-1645-8C36-4A9F8C4BCA1E}" srcOrd="4" destOrd="0" presId="urn:microsoft.com/office/officeart/2008/layout/NameandTitleOrganizationalChart"/>
    <dgm:cxn modelId="{80AC8A92-E463-8648-85CB-6101D81292BE}" type="presParOf" srcId="{954B4017-85AE-FE4E-A36A-7C83AD59D0CC}" destId="{2F20B09E-F24A-A447-813F-E65DD2D58D19}" srcOrd="5" destOrd="0" presId="urn:microsoft.com/office/officeart/2008/layout/NameandTitleOrganizationalChart"/>
    <dgm:cxn modelId="{004DAE62-DCC3-5949-A444-8D50798CE0EB}" type="presParOf" srcId="{2F20B09E-F24A-A447-813F-E65DD2D58D19}" destId="{36D7159A-D991-C645-A108-6AFF50694ECE}" srcOrd="0" destOrd="0" presId="urn:microsoft.com/office/officeart/2008/layout/NameandTitleOrganizationalChart"/>
    <dgm:cxn modelId="{47782D4D-1AC3-FA45-A8A3-19197BCE18FF}" type="presParOf" srcId="{36D7159A-D991-C645-A108-6AFF50694ECE}" destId="{79363692-3A80-844B-A62D-3356CA3B8D88}" srcOrd="0" destOrd="0" presId="urn:microsoft.com/office/officeart/2008/layout/NameandTitleOrganizationalChart"/>
    <dgm:cxn modelId="{CF77514A-445F-C549-BF94-3E572E056A90}" type="presParOf" srcId="{36D7159A-D991-C645-A108-6AFF50694ECE}" destId="{54BD6DFF-D595-F041-A51A-5AF809A552C0}" srcOrd="1" destOrd="0" presId="urn:microsoft.com/office/officeart/2008/layout/NameandTitleOrganizationalChart"/>
    <dgm:cxn modelId="{5FE6E8A6-A32F-BB4B-8AE9-750283E01EBD}" type="presParOf" srcId="{36D7159A-D991-C645-A108-6AFF50694ECE}" destId="{1960F80A-C3B1-B349-A3F4-872B3D52F2C9}" srcOrd="2" destOrd="0" presId="urn:microsoft.com/office/officeart/2008/layout/NameandTitleOrganizationalChart"/>
    <dgm:cxn modelId="{C7359FFB-6A54-C04A-96A7-9E07C86481BF}" type="presParOf" srcId="{2F20B09E-F24A-A447-813F-E65DD2D58D19}" destId="{67098DCF-239C-EA4A-8701-5CF41F4BDC88}" srcOrd="1" destOrd="0" presId="urn:microsoft.com/office/officeart/2008/layout/NameandTitleOrganizationalChart"/>
    <dgm:cxn modelId="{E63E20AC-7817-1B41-A8BE-5D4730EC1778}" type="presParOf" srcId="{2F20B09E-F24A-A447-813F-E65DD2D58D19}" destId="{9831B57E-6C18-B84B-8FCC-4FD09B3C58B1}" srcOrd="2" destOrd="0" presId="urn:microsoft.com/office/officeart/2008/layout/NameandTitleOrganizational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E89C3DE-5A2D-1B40-9771-BEEE1DF11C4C}" type="doc">
      <dgm:prSet loTypeId="urn:microsoft.com/office/officeart/2008/layout/NameandTitleOrganizationalChart" loCatId="" qsTypeId="urn:microsoft.com/office/officeart/2005/8/quickstyle/simple1" qsCatId="simple" csTypeId="urn:microsoft.com/office/officeart/2005/8/colors/accent1_2" csCatId="accent1" phldr="1"/>
      <dgm:spPr/>
      <dgm:t>
        <a:bodyPr/>
        <a:lstStyle/>
        <a:p>
          <a:endParaRPr lang="en-US"/>
        </a:p>
      </dgm:t>
    </dgm:pt>
    <dgm:pt modelId="{36B28F06-E2BE-624C-8F56-6470175F83CC}">
      <dgm:prSet phldrT="[Text]" custT="1"/>
      <dgm:spPr/>
      <dgm:t>
        <a:bodyPr/>
        <a:lstStyle/>
        <a:p>
          <a:pPr rtl="0"/>
          <a:r>
            <a:rPr lang="en-US" sz="1800" dirty="0"/>
            <a:t>Clinical question</a:t>
          </a:r>
        </a:p>
      </dgm:t>
    </dgm:pt>
    <dgm:pt modelId="{8191AB61-3DB7-9E49-9997-77DBB8997CC2}" type="parTrans" cxnId="{95F9579F-E550-5F44-971C-0D1EAD632899}">
      <dgm:prSet/>
      <dgm:spPr/>
      <dgm:t>
        <a:bodyPr/>
        <a:lstStyle/>
        <a:p>
          <a:endParaRPr lang="en-US"/>
        </a:p>
      </dgm:t>
    </dgm:pt>
    <dgm:pt modelId="{E1F82241-1578-C743-B8F0-7574F0D7BCFD}" type="sibTrans" cxnId="{95F9579F-E550-5F44-971C-0D1EAD632899}">
      <dgm:prSet custT="1"/>
      <dgm:spPr/>
      <dgm:t>
        <a:bodyPr/>
        <a:lstStyle/>
        <a:p>
          <a:pPr algn="ctr"/>
          <a:r>
            <a:rPr lang="en-US" sz="1800" b="0" dirty="0">
              <a:solidFill>
                <a:schemeClr val="tx1"/>
              </a:solidFill>
              <a:latin typeface="Bitstream Charter"/>
              <a:ea typeface="Bitstream Charter"/>
              <a:cs typeface="Bitstream Charter"/>
            </a:rPr>
            <a:t>Can we detect early risk?</a:t>
          </a:r>
          <a:endParaRPr lang="en-US" sz="1800" dirty="0">
            <a:solidFill>
              <a:schemeClr val="tx1"/>
            </a:solidFill>
          </a:endParaRPr>
        </a:p>
      </dgm:t>
    </dgm:pt>
    <dgm:pt modelId="{5A912775-BD74-A246-B02C-63E5158977D1}" type="asst">
      <dgm:prSet phldrT="[Text]" custT="1"/>
      <dgm:spPr/>
      <dgm:t>
        <a:bodyPr/>
        <a:lstStyle/>
        <a:p>
          <a:pPr rtl="0"/>
          <a:r>
            <a:rPr lang="en-US" sz="1800" dirty="0"/>
            <a:t>Data Constraint</a:t>
          </a:r>
        </a:p>
      </dgm:t>
    </dgm:pt>
    <dgm:pt modelId="{0E3DB793-D065-8B43-B76D-1E6D57B3EACE}" type="parTrans" cxnId="{2ED7D8E6-59A6-2149-9DD1-042E4904E6AD}">
      <dgm:prSet/>
      <dgm:spPr/>
      <dgm:t>
        <a:bodyPr/>
        <a:lstStyle/>
        <a:p>
          <a:endParaRPr lang="en-US"/>
        </a:p>
      </dgm:t>
    </dgm:pt>
    <dgm:pt modelId="{80589D8E-F48D-154D-8D66-A8A4917E5A2D}" type="sibTrans" cxnId="{2ED7D8E6-59A6-2149-9DD1-042E4904E6AD}">
      <dgm:prSet custT="1"/>
      <dgm:spPr/>
      <dgm:t>
        <a:bodyPr/>
        <a:lstStyle/>
        <a:p>
          <a:pPr algn="l" rtl="0"/>
          <a:r>
            <a:rPr lang="en-US" sz="1800" dirty="0"/>
            <a:t>Only 200 HFpEF</a:t>
          </a:r>
        </a:p>
      </dgm:t>
    </dgm:pt>
    <dgm:pt modelId="{2B6F2729-184B-E141-B635-0F20F2861154}">
      <dgm:prSet phldrT="[Text]" custT="1"/>
      <dgm:spPr/>
      <dgm:t>
        <a:bodyPr/>
        <a:lstStyle/>
        <a:p>
          <a:pPr rtl="0"/>
          <a:r>
            <a:rPr lang="en-US" sz="2000" dirty="0"/>
            <a:t>Foundation models</a:t>
          </a:r>
        </a:p>
      </dgm:t>
    </dgm:pt>
    <dgm:pt modelId="{6D7F7FC2-D048-2240-8029-1A3304DAB8CC}" type="parTrans" cxnId="{BC402D94-393A-2049-A49C-CD15C2CB0136}">
      <dgm:prSet/>
      <dgm:spPr/>
      <dgm:t>
        <a:bodyPr/>
        <a:lstStyle/>
        <a:p>
          <a:endParaRPr lang="en-US"/>
        </a:p>
      </dgm:t>
    </dgm:pt>
    <dgm:pt modelId="{D055C170-25CF-DB4F-B649-587B4D6BCBF2}" type="sibTrans" cxnId="{BC402D94-393A-2049-A49C-CD15C2CB0136}">
      <dgm:prSet/>
      <dgm:spPr/>
      <dgm:t>
        <a:bodyPr/>
        <a:lstStyle/>
        <a:p>
          <a:pPr rtl="0"/>
          <a:r>
            <a:rPr lang="en-US" dirty="0"/>
            <a:t>Transformer-based</a:t>
          </a:r>
        </a:p>
      </dgm:t>
    </dgm:pt>
    <dgm:pt modelId="{9DCFA784-C87B-DC42-8245-2DC18F46A69D}">
      <dgm:prSet phldrT="[Text]" custT="1"/>
      <dgm:spPr/>
      <dgm:t>
        <a:bodyPr/>
        <a:lstStyle/>
        <a:p>
          <a:pPr rtl="0"/>
          <a:r>
            <a:rPr lang="en-US" sz="2000" dirty="0"/>
            <a:t>Domain Gap</a:t>
          </a:r>
        </a:p>
      </dgm:t>
    </dgm:pt>
    <dgm:pt modelId="{DAA5E491-19EA-564E-B457-6F84FA3FE870}" type="parTrans" cxnId="{5A710B1B-E71A-4849-88B0-C38AE51BB0EE}">
      <dgm:prSet/>
      <dgm:spPr/>
      <dgm:t>
        <a:bodyPr/>
        <a:lstStyle/>
        <a:p>
          <a:endParaRPr lang="en-US"/>
        </a:p>
      </dgm:t>
    </dgm:pt>
    <dgm:pt modelId="{3175C0CC-C6ED-FA49-BCB7-9EE44EA89C18}" type="sibTrans" cxnId="{5A710B1B-E71A-4849-88B0-C38AE51BB0EE}">
      <dgm:prSet/>
      <dgm:spPr/>
      <dgm:t>
        <a:bodyPr/>
        <a:lstStyle/>
        <a:p>
          <a:pPr rtl="0"/>
          <a:r>
            <a:rPr lang="en-US" dirty="0"/>
            <a:t>Distribution shift</a:t>
          </a:r>
        </a:p>
      </dgm:t>
    </dgm:pt>
    <dgm:pt modelId="{96E050E1-0B96-2143-917C-02C682900E97}">
      <dgm:prSet phldrT="[Text]" custT="1"/>
      <dgm:spPr/>
      <dgm:t>
        <a:bodyPr/>
        <a:lstStyle/>
        <a:p>
          <a:pPr rtl="0"/>
          <a:r>
            <a:rPr lang="en-US" sz="2000" dirty="0"/>
            <a:t>3D CNN models</a:t>
          </a:r>
        </a:p>
      </dgm:t>
    </dgm:pt>
    <dgm:pt modelId="{16F26C0F-6694-8C4F-B4EC-9DB2DDBC69F7}" type="sibTrans" cxnId="{B779C699-B6C1-CE44-A547-04EFBAE40C42}">
      <dgm:prSet/>
      <dgm:spPr/>
      <dgm:t>
        <a:bodyPr/>
        <a:lstStyle/>
        <a:p>
          <a:pPr algn="ctr" rtl="0"/>
          <a:r>
            <a:rPr lang="en-US" dirty="0"/>
            <a:t>3-way classification</a:t>
          </a:r>
        </a:p>
      </dgm:t>
    </dgm:pt>
    <dgm:pt modelId="{DDD45DF3-C08F-2143-A03F-4EE555D69DFE}" type="parTrans" cxnId="{B779C699-B6C1-CE44-A547-04EFBAE40C42}">
      <dgm:prSet/>
      <dgm:spPr/>
      <dgm:t>
        <a:bodyPr/>
        <a:lstStyle/>
        <a:p>
          <a:endParaRPr lang="en-US"/>
        </a:p>
      </dgm:t>
    </dgm:pt>
    <dgm:pt modelId="{1679CB31-27AA-5B4E-B956-DA77393261C7}" type="asst">
      <dgm:prSet phldrT="[Text]" custT="1"/>
      <dgm:spPr/>
      <dgm:t>
        <a:bodyPr/>
        <a:lstStyle/>
        <a:p>
          <a:pPr rtl="0"/>
          <a:r>
            <a:rPr lang="en-US" sz="1800" dirty="0"/>
            <a:t> Combine public Data</a:t>
          </a:r>
        </a:p>
      </dgm:t>
    </dgm:pt>
    <dgm:pt modelId="{D045CFBA-B572-A948-9C12-1B7EFF5DDBE4}" type="parTrans" cxnId="{0EE90A46-8D00-1E43-B6D4-5ADBBA3279B1}">
      <dgm:prSet/>
      <dgm:spPr/>
      <dgm:t>
        <a:bodyPr/>
        <a:lstStyle/>
        <a:p>
          <a:endParaRPr lang="en-US"/>
        </a:p>
      </dgm:t>
    </dgm:pt>
    <dgm:pt modelId="{1A2DDAEB-7E4B-7841-98A4-C7328AD6B359}" type="sibTrans" cxnId="{0EE90A46-8D00-1E43-B6D4-5ADBBA3279B1}">
      <dgm:prSet/>
      <dgm:spPr/>
      <dgm:t>
        <a:bodyPr/>
        <a:lstStyle/>
        <a:p>
          <a:pPr rtl="0"/>
          <a:r>
            <a:rPr lang="en-US" dirty="0" err="1"/>
            <a:t>HErEF</a:t>
          </a:r>
          <a:r>
            <a:rPr lang="en-US" dirty="0"/>
            <a:t> and Healthy</a:t>
          </a:r>
        </a:p>
      </dgm:t>
    </dgm:pt>
    <dgm:pt modelId="{D4528D36-6C28-2448-BE38-C78A670BD91D}" type="asst">
      <dgm:prSet phldrT="[Text]" custT="1"/>
      <dgm:spPr/>
      <dgm:t>
        <a:bodyPr/>
        <a:lstStyle/>
        <a:p>
          <a:pPr rtl="0"/>
          <a:r>
            <a:rPr lang="en-US" sz="1800" dirty="0"/>
            <a:t>New institutional Data</a:t>
          </a:r>
        </a:p>
      </dgm:t>
    </dgm:pt>
    <dgm:pt modelId="{11BC3677-EB46-5A4D-BA19-D945FFB163D6}" type="parTrans" cxnId="{28DAC435-2B5F-374D-B30C-4E66F479081E}">
      <dgm:prSet/>
      <dgm:spPr/>
      <dgm:t>
        <a:bodyPr/>
        <a:lstStyle/>
        <a:p>
          <a:endParaRPr lang="en-US"/>
        </a:p>
      </dgm:t>
    </dgm:pt>
    <dgm:pt modelId="{BEB5030E-43C9-E149-B9FF-06BE63F3B75B}" type="sibTrans" cxnId="{28DAC435-2B5F-374D-B30C-4E66F479081E}">
      <dgm:prSet/>
      <dgm:spPr/>
      <dgm:t>
        <a:bodyPr/>
        <a:lstStyle/>
        <a:p>
          <a:pPr rtl="0"/>
          <a:r>
            <a:rPr lang="en-US" dirty="0" err="1"/>
            <a:t>HErEF</a:t>
          </a:r>
          <a:r>
            <a:rPr lang="en-US" dirty="0"/>
            <a:t> and Healthy</a:t>
          </a:r>
        </a:p>
      </dgm:t>
    </dgm:pt>
    <dgm:pt modelId="{88D416C9-4399-764D-BA5D-F59F1171F7E0}">
      <dgm:prSet phldrT="[Text]" custT="1"/>
      <dgm:spPr/>
      <dgm:t>
        <a:bodyPr/>
        <a:lstStyle/>
        <a:p>
          <a:pPr rtl="0"/>
          <a:r>
            <a:rPr lang="en-US" sz="2000" dirty="0"/>
            <a:t>Positional or Temporal</a:t>
          </a:r>
        </a:p>
      </dgm:t>
    </dgm:pt>
    <dgm:pt modelId="{6B9117C8-051E-5048-BAAB-B0416E38A295}" type="parTrans" cxnId="{3DEB0E01-5E4B-3543-90C3-9F6DDC06E02F}">
      <dgm:prSet/>
      <dgm:spPr/>
      <dgm:t>
        <a:bodyPr/>
        <a:lstStyle/>
        <a:p>
          <a:endParaRPr lang="en-US"/>
        </a:p>
      </dgm:t>
    </dgm:pt>
    <dgm:pt modelId="{4D9B00F5-F537-034E-AF32-C771F264C86B}" type="sibTrans" cxnId="{3DEB0E01-5E4B-3543-90C3-9F6DDC06E02F}">
      <dgm:prSet/>
      <dgm:spPr/>
      <dgm:t>
        <a:bodyPr/>
        <a:lstStyle/>
        <a:p>
          <a:pPr rtl="0"/>
          <a:r>
            <a:rPr lang="en-US" dirty="0"/>
            <a:t>TimeSformer</a:t>
          </a:r>
        </a:p>
      </dgm:t>
    </dgm:pt>
    <dgm:pt modelId="{B904632D-BE15-2B4C-AFB5-52920751FE13}">
      <dgm:prSet phldrT="[Text]" custT="1"/>
      <dgm:spPr/>
      <dgm:t>
        <a:bodyPr/>
        <a:lstStyle/>
        <a:p>
          <a:pPr rtl="0"/>
          <a:r>
            <a:rPr lang="en-US" sz="2000" dirty="0"/>
            <a:t>Cycle-aware</a:t>
          </a:r>
        </a:p>
      </dgm:t>
    </dgm:pt>
    <dgm:pt modelId="{90D26952-82E4-3D40-80BF-0ACF4BA68BE9}" type="parTrans" cxnId="{FF476ADE-1CE4-8349-B6CB-322BBAA9F0F4}">
      <dgm:prSet/>
      <dgm:spPr/>
      <dgm:t>
        <a:bodyPr/>
        <a:lstStyle/>
        <a:p>
          <a:endParaRPr lang="en-US"/>
        </a:p>
      </dgm:t>
    </dgm:pt>
    <dgm:pt modelId="{55F3E47F-17A4-E94B-96A2-03991FC2764D}" type="sibTrans" cxnId="{FF476ADE-1CE4-8349-B6CB-322BBAA9F0F4}">
      <dgm:prSet/>
      <dgm:spPr/>
      <dgm:t>
        <a:bodyPr/>
        <a:lstStyle/>
        <a:p>
          <a:pPr rtl="0"/>
          <a:r>
            <a:rPr lang="en-US" dirty="0"/>
            <a:t>ES-ED  frames</a:t>
          </a:r>
        </a:p>
      </dgm:t>
    </dgm:pt>
    <dgm:pt modelId="{E91E7EA0-7541-974F-B34E-0EE6AE02A8AA}">
      <dgm:prSet phldrT="[Text]" custT="1"/>
      <dgm:spPr/>
      <dgm:t>
        <a:bodyPr/>
        <a:lstStyle/>
        <a:p>
          <a:pPr rtl="0"/>
          <a:r>
            <a:rPr lang="en-US" sz="2000" dirty="0"/>
            <a:t>proxy estimation</a:t>
          </a:r>
        </a:p>
      </dgm:t>
    </dgm:pt>
    <dgm:pt modelId="{26A20830-1A93-474C-8D8E-D988AD93FF56}" type="parTrans" cxnId="{D5D27CE7-DCE5-BC45-94A1-61DF55363548}">
      <dgm:prSet/>
      <dgm:spPr/>
      <dgm:t>
        <a:bodyPr/>
        <a:lstStyle/>
        <a:p>
          <a:endParaRPr lang="en-US"/>
        </a:p>
      </dgm:t>
    </dgm:pt>
    <dgm:pt modelId="{37EC8796-1EE6-3649-82AF-2A4CA26BBBFD}" type="sibTrans" cxnId="{D5D27CE7-DCE5-BC45-94A1-61DF55363548}">
      <dgm:prSet/>
      <dgm:spPr/>
      <dgm:t>
        <a:bodyPr/>
        <a:lstStyle/>
        <a:p>
          <a:pPr rtl="0"/>
          <a:endParaRPr lang="en-US"/>
        </a:p>
      </dgm:t>
    </dgm:pt>
    <dgm:pt modelId="{2B2875B7-0562-5640-8237-EAEB17C953BF}">
      <dgm:prSet phldrT="[Text]" custT="1"/>
      <dgm:spPr/>
      <dgm:t>
        <a:bodyPr/>
        <a:lstStyle/>
        <a:p>
          <a:pPr>
            <a:buNone/>
          </a:pPr>
          <a:r>
            <a:rPr lang="en-US" sz="2000" dirty="0"/>
            <a:t>Continuous Phase Prediction</a:t>
          </a:r>
        </a:p>
      </dgm:t>
    </dgm:pt>
    <dgm:pt modelId="{AB8467E0-71FB-0342-B4B8-F71E4E65EB16}" type="parTrans" cxnId="{465D24A1-9826-0D40-82A2-F403EC2FCB79}">
      <dgm:prSet/>
      <dgm:spPr/>
      <dgm:t>
        <a:bodyPr/>
        <a:lstStyle/>
        <a:p>
          <a:endParaRPr lang="en-US"/>
        </a:p>
      </dgm:t>
    </dgm:pt>
    <dgm:pt modelId="{069127A5-5F3A-EF47-9D8D-65B477E629BE}" type="sibTrans" cxnId="{465D24A1-9826-0D40-82A2-F403EC2FCB79}">
      <dgm:prSet/>
      <dgm:spPr/>
      <dgm:t>
        <a:bodyPr/>
        <a:lstStyle/>
        <a:p>
          <a:pPr rtl="0"/>
          <a:endParaRPr lang="en-US"/>
        </a:p>
      </dgm:t>
    </dgm:pt>
    <dgm:pt modelId="{EFB044E1-EC69-8246-AD0E-01B74E902BD3}">
      <dgm:prSet phldrT="[Text]" custT="1"/>
      <dgm:spPr/>
      <dgm:t>
        <a:bodyPr/>
        <a:lstStyle/>
        <a:p>
          <a:pPr rtl="0"/>
          <a:r>
            <a:rPr lang="en-US" sz="2000" dirty="0"/>
            <a:t>Z-Normalization</a:t>
          </a:r>
        </a:p>
      </dgm:t>
    </dgm:pt>
    <dgm:pt modelId="{619ABD9C-8B50-1D49-B4C1-D19163A94D8D}" type="parTrans" cxnId="{8C9EBF1E-23B9-E649-AF8F-16A896DC8804}">
      <dgm:prSet/>
      <dgm:spPr/>
      <dgm:t>
        <a:bodyPr/>
        <a:lstStyle/>
        <a:p>
          <a:endParaRPr lang="en-US"/>
        </a:p>
      </dgm:t>
    </dgm:pt>
    <dgm:pt modelId="{5E5BF144-DB9F-2C40-A3E7-9BC24D13636C}" type="sibTrans" cxnId="{8C9EBF1E-23B9-E649-AF8F-16A896DC8804}">
      <dgm:prSet/>
      <dgm:spPr/>
      <dgm:t>
        <a:bodyPr/>
        <a:lstStyle/>
        <a:p>
          <a:pPr rtl="0"/>
          <a:r>
            <a:rPr lang="en-US" dirty="0"/>
            <a:t>Per-video</a:t>
          </a:r>
        </a:p>
      </dgm:t>
    </dgm:pt>
    <dgm:pt modelId="{918EE4E8-7297-5D40-B8F2-D9C8194B06D3}" type="pres">
      <dgm:prSet presAssocID="{FE89C3DE-5A2D-1B40-9771-BEEE1DF11C4C}" presName="hierChild1" presStyleCnt="0">
        <dgm:presLayoutVars>
          <dgm:orgChart val="1"/>
          <dgm:chPref val="1"/>
          <dgm:dir/>
          <dgm:animOne val="branch"/>
          <dgm:animLvl val="lvl"/>
          <dgm:resizeHandles/>
        </dgm:presLayoutVars>
      </dgm:prSet>
      <dgm:spPr/>
    </dgm:pt>
    <dgm:pt modelId="{E4156840-43D0-174F-865A-169293B74785}" type="pres">
      <dgm:prSet presAssocID="{36B28F06-E2BE-624C-8F56-6470175F83CC}" presName="hierRoot1" presStyleCnt="0">
        <dgm:presLayoutVars>
          <dgm:hierBranch val="init"/>
        </dgm:presLayoutVars>
      </dgm:prSet>
      <dgm:spPr/>
    </dgm:pt>
    <dgm:pt modelId="{2AFF4761-EE64-A542-B679-35F6E2B8BFBB}" type="pres">
      <dgm:prSet presAssocID="{36B28F06-E2BE-624C-8F56-6470175F83CC}" presName="rootComposite1" presStyleCnt="0"/>
      <dgm:spPr/>
    </dgm:pt>
    <dgm:pt modelId="{F9314137-E4F2-3D4C-8A65-24670A808680}" type="pres">
      <dgm:prSet presAssocID="{36B28F06-E2BE-624C-8F56-6470175F83CC}" presName="rootText1" presStyleLbl="node0" presStyleIdx="0" presStyleCnt="1" custScaleX="194076" custScaleY="78479" custLinFactNeighborX="-20903" custLinFactNeighborY="26340">
        <dgm:presLayoutVars>
          <dgm:chMax/>
          <dgm:chPref val="3"/>
        </dgm:presLayoutVars>
      </dgm:prSet>
      <dgm:spPr/>
    </dgm:pt>
    <dgm:pt modelId="{1347DC7D-4AF4-5E43-8315-7481D9455804}" type="pres">
      <dgm:prSet presAssocID="{36B28F06-E2BE-624C-8F56-6470175F83CC}" presName="titleText1" presStyleLbl="fgAcc0" presStyleIdx="0" presStyleCnt="1" custScaleX="213606" custScaleY="139473" custLinFactNeighborX="89453" custLinFactNeighborY="65861">
        <dgm:presLayoutVars>
          <dgm:chMax val="0"/>
          <dgm:chPref val="0"/>
        </dgm:presLayoutVars>
      </dgm:prSet>
      <dgm:spPr/>
    </dgm:pt>
    <dgm:pt modelId="{F747BAD9-4043-CC4C-BFDE-3719E8AF484A}" type="pres">
      <dgm:prSet presAssocID="{36B28F06-E2BE-624C-8F56-6470175F83CC}" presName="rootConnector1" presStyleLbl="node1" presStyleIdx="0" presStyleCnt="8"/>
      <dgm:spPr/>
    </dgm:pt>
    <dgm:pt modelId="{1CAFD2F5-2D1A-E244-9E94-1D414AFC84B5}" type="pres">
      <dgm:prSet presAssocID="{36B28F06-E2BE-624C-8F56-6470175F83CC}" presName="hierChild2" presStyleCnt="0"/>
      <dgm:spPr/>
    </dgm:pt>
    <dgm:pt modelId="{DDA0C070-CE9F-F143-9F23-55DB1DEAABE5}" type="pres">
      <dgm:prSet presAssocID="{DDD45DF3-C08F-2143-A03F-4EE555D69DFE}" presName="Name37" presStyleLbl="parChTrans1D2" presStyleIdx="0" presStyleCnt="7"/>
      <dgm:spPr/>
    </dgm:pt>
    <dgm:pt modelId="{FCC40917-B402-3A4F-9DB6-A5723AB4617E}" type="pres">
      <dgm:prSet presAssocID="{96E050E1-0B96-2143-917C-02C682900E97}" presName="hierRoot2" presStyleCnt="0">
        <dgm:presLayoutVars>
          <dgm:hierBranch val="init"/>
        </dgm:presLayoutVars>
      </dgm:prSet>
      <dgm:spPr/>
    </dgm:pt>
    <dgm:pt modelId="{C6DE42BE-8E7D-C44D-A9F4-56D03432BB89}" type="pres">
      <dgm:prSet presAssocID="{96E050E1-0B96-2143-917C-02C682900E97}" presName="rootComposite" presStyleCnt="0"/>
      <dgm:spPr/>
    </dgm:pt>
    <dgm:pt modelId="{E2CE50B5-94E2-DD41-AA39-D5C0E280B949}" type="pres">
      <dgm:prSet presAssocID="{96E050E1-0B96-2143-917C-02C682900E97}" presName="rootText" presStyleLbl="node1" presStyleIdx="0" presStyleCnt="8" custScaleX="135421" custScaleY="80253" custLinFactNeighborX="-7443" custLinFactNeighborY="-78331">
        <dgm:presLayoutVars>
          <dgm:chMax/>
          <dgm:chPref val="3"/>
        </dgm:presLayoutVars>
      </dgm:prSet>
      <dgm:spPr/>
    </dgm:pt>
    <dgm:pt modelId="{911E9C21-5923-2B4D-8218-898A5DEDCEB7}" type="pres">
      <dgm:prSet presAssocID="{96E050E1-0B96-2143-917C-02C682900E97}" presName="titleText2" presStyleLbl="fgAcc1" presStyleIdx="0" presStyleCnt="8" custScaleX="85349" custScaleY="171761" custLinFactY="-100000" custLinFactNeighborX="-57303" custLinFactNeighborY="-118909">
        <dgm:presLayoutVars>
          <dgm:chMax val="0"/>
          <dgm:chPref val="0"/>
        </dgm:presLayoutVars>
      </dgm:prSet>
      <dgm:spPr/>
    </dgm:pt>
    <dgm:pt modelId="{1AD3D879-96CE-9146-BB55-64A3C75BBB1F}" type="pres">
      <dgm:prSet presAssocID="{96E050E1-0B96-2143-917C-02C682900E97}" presName="rootConnector" presStyleLbl="node2" presStyleIdx="0" presStyleCnt="0"/>
      <dgm:spPr/>
    </dgm:pt>
    <dgm:pt modelId="{948BE965-715D-6D46-9EA1-8375BE8F48A1}" type="pres">
      <dgm:prSet presAssocID="{96E050E1-0B96-2143-917C-02C682900E97}" presName="hierChild4" presStyleCnt="0"/>
      <dgm:spPr/>
    </dgm:pt>
    <dgm:pt modelId="{12123942-A476-3F49-B2C1-DC231760A958}" type="pres">
      <dgm:prSet presAssocID="{96E050E1-0B96-2143-917C-02C682900E97}" presName="hierChild5" presStyleCnt="0"/>
      <dgm:spPr/>
    </dgm:pt>
    <dgm:pt modelId="{79F912CB-B871-E943-A009-6BFB7C08D2A1}" type="pres">
      <dgm:prSet presAssocID="{90D26952-82E4-3D40-80BF-0ACF4BA68BE9}" presName="Name37" presStyleLbl="parChTrans1D2" presStyleIdx="1" presStyleCnt="7"/>
      <dgm:spPr/>
    </dgm:pt>
    <dgm:pt modelId="{2624E466-350A-D849-AF9F-A9524E9C8915}" type="pres">
      <dgm:prSet presAssocID="{B904632D-BE15-2B4C-AFB5-52920751FE13}" presName="hierRoot2" presStyleCnt="0">
        <dgm:presLayoutVars>
          <dgm:hierBranch val="init"/>
        </dgm:presLayoutVars>
      </dgm:prSet>
      <dgm:spPr/>
    </dgm:pt>
    <dgm:pt modelId="{84F2FE0B-73B6-884F-9BDC-89F001D2C1A7}" type="pres">
      <dgm:prSet presAssocID="{B904632D-BE15-2B4C-AFB5-52920751FE13}" presName="rootComposite" presStyleCnt="0"/>
      <dgm:spPr/>
    </dgm:pt>
    <dgm:pt modelId="{50FB79E2-175C-6043-99BE-88503D4EA79F}" type="pres">
      <dgm:prSet presAssocID="{B904632D-BE15-2B4C-AFB5-52920751FE13}" presName="rootText" presStyleLbl="node1" presStyleIdx="1" presStyleCnt="8" custLinFactNeighborX="28615" custLinFactNeighborY="-74879">
        <dgm:presLayoutVars>
          <dgm:chMax/>
          <dgm:chPref val="3"/>
        </dgm:presLayoutVars>
      </dgm:prSet>
      <dgm:spPr/>
    </dgm:pt>
    <dgm:pt modelId="{2B3177EE-12EC-CC4B-86F9-8F6C811CB028}" type="pres">
      <dgm:prSet presAssocID="{B904632D-BE15-2B4C-AFB5-52920751FE13}" presName="titleText2" presStyleLbl="fgAcc1" presStyleIdx="1" presStyleCnt="8" custScaleY="156197" custLinFactY="-100000" custLinFactNeighborX="-9059" custLinFactNeighborY="-115200">
        <dgm:presLayoutVars>
          <dgm:chMax val="0"/>
          <dgm:chPref val="0"/>
        </dgm:presLayoutVars>
      </dgm:prSet>
      <dgm:spPr/>
    </dgm:pt>
    <dgm:pt modelId="{776BA0EF-BEF5-5A49-9FDC-19EAF1D8BB60}" type="pres">
      <dgm:prSet presAssocID="{B904632D-BE15-2B4C-AFB5-52920751FE13}" presName="rootConnector" presStyleLbl="node2" presStyleIdx="0" presStyleCnt="0"/>
      <dgm:spPr/>
    </dgm:pt>
    <dgm:pt modelId="{817D1DC2-3E10-F745-8BE1-1A351A0017B2}" type="pres">
      <dgm:prSet presAssocID="{B904632D-BE15-2B4C-AFB5-52920751FE13}" presName="hierChild4" presStyleCnt="0"/>
      <dgm:spPr/>
    </dgm:pt>
    <dgm:pt modelId="{82D17EA7-FC3B-624D-A479-8D812CE0EC57}" type="pres">
      <dgm:prSet presAssocID="{26A20830-1A93-474C-8D8E-D988AD93FF56}" presName="Name37" presStyleLbl="parChTrans1D3" presStyleIdx="0" presStyleCnt="4"/>
      <dgm:spPr/>
    </dgm:pt>
    <dgm:pt modelId="{8B460885-107C-B847-8584-5F6C59264ABC}" type="pres">
      <dgm:prSet presAssocID="{E91E7EA0-7541-974F-B34E-0EE6AE02A8AA}" presName="hierRoot2" presStyleCnt="0">
        <dgm:presLayoutVars>
          <dgm:hierBranch val="init"/>
        </dgm:presLayoutVars>
      </dgm:prSet>
      <dgm:spPr/>
    </dgm:pt>
    <dgm:pt modelId="{64A522E7-579B-C84B-BDAA-C29824641406}" type="pres">
      <dgm:prSet presAssocID="{E91E7EA0-7541-974F-B34E-0EE6AE02A8AA}" presName="rootComposite" presStyleCnt="0"/>
      <dgm:spPr/>
    </dgm:pt>
    <dgm:pt modelId="{21E448FA-906D-E64F-AF79-992DF2B63002}" type="pres">
      <dgm:prSet presAssocID="{E91E7EA0-7541-974F-B34E-0EE6AE02A8AA}" presName="rootText" presStyleLbl="node1" presStyleIdx="2" presStyleCnt="8" custScaleX="101538" custScaleY="85983" custLinFactNeighborX="-41261" custLinFactNeighborY="-25749">
        <dgm:presLayoutVars>
          <dgm:chMax/>
          <dgm:chPref val="3"/>
        </dgm:presLayoutVars>
      </dgm:prSet>
      <dgm:spPr/>
    </dgm:pt>
    <dgm:pt modelId="{DE06B1E3-E09B-3B4A-B48C-5FE8545986C3}" type="pres">
      <dgm:prSet presAssocID="{E91E7EA0-7541-974F-B34E-0EE6AE02A8AA}" presName="titleText2" presStyleLbl="fgAcc1" presStyleIdx="2" presStyleCnt="8" custLinFactNeighborX="-35789" custLinFactNeighborY="-82946">
        <dgm:presLayoutVars>
          <dgm:chMax val="0"/>
          <dgm:chPref val="0"/>
        </dgm:presLayoutVars>
      </dgm:prSet>
      <dgm:spPr/>
    </dgm:pt>
    <dgm:pt modelId="{B5FB0758-AE4A-C545-A450-06170ED84F65}" type="pres">
      <dgm:prSet presAssocID="{E91E7EA0-7541-974F-B34E-0EE6AE02A8AA}" presName="rootConnector" presStyleLbl="node3" presStyleIdx="0" presStyleCnt="0"/>
      <dgm:spPr/>
    </dgm:pt>
    <dgm:pt modelId="{ED58E338-3E22-4144-A915-F9DD9B8F5E84}" type="pres">
      <dgm:prSet presAssocID="{E91E7EA0-7541-974F-B34E-0EE6AE02A8AA}" presName="hierChild4" presStyleCnt="0"/>
      <dgm:spPr/>
    </dgm:pt>
    <dgm:pt modelId="{F95DE54F-8941-FF4F-910D-12AB6BAC3382}" type="pres">
      <dgm:prSet presAssocID="{E91E7EA0-7541-974F-B34E-0EE6AE02A8AA}" presName="hierChild5" presStyleCnt="0"/>
      <dgm:spPr/>
    </dgm:pt>
    <dgm:pt modelId="{0224D4CA-5849-7A42-B171-053CB2E6C84A}" type="pres">
      <dgm:prSet presAssocID="{AB8467E0-71FB-0342-B4B8-F71E4E65EB16}" presName="Name37" presStyleLbl="parChTrans1D3" presStyleIdx="1" presStyleCnt="4"/>
      <dgm:spPr/>
    </dgm:pt>
    <dgm:pt modelId="{2054BEFE-72B3-9F4D-B2ED-16EB496B4A7D}" type="pres">
      <dgm:prSet presAssocID="{2B2875B7-0562-5640-8237-EAEB17C953BF}" presName="hierRoot2" presStyleCnt="0">
        <dgm:presLayoutVars>
          <dgm:hierBranch val="init"/>
        </dgm:presLayoutVars>
      </dgm:prSet>
      <dgm:spPr/>
    </dgm:pt>
    <dgm:pt modelId="{AF2FEF2F-2AB9-0A41-A5A7-1F7916013E74}" type="pres">
      <dgm:prSet presAssocID="{2B2875B7-0562-5640-8237-EAEB17C953BF}" presName="rootComposite" presStyleCnt="0"/>
      <dgm:spPr/>
    </dgm:pt>
    <dgm:pt modelId="{791775AD-B8E9-2644-8CE1-BF192A880689}" type="pres">
      <dgm:prSet presAssocID="{2B2875B7-0562-5640-8237-EAEB17C953BF}" presName="rootText" presStyleLbl="node1" presStyleIdx="3" presStyleCnt="8" custScaleX="156909" custLinFactNeighborX="-36699" custLinFactNeighborY="-21414">
        <dgm:presLayoutVars>
          <dgm:chMax/>
          <dgm:chPref val="3"/>
        </dgm:presLayoutVars>
      </dgm:prSet>
      <dgm:spPr/>
    </dgm:pt>
    <dgm:pt modelId="{3D418AF1-C1B3-C24C-A7F4-8950EB54E840}" type="pres">
      <dgm:prSet presAssocID="{2B2875B7-0562-5640-8237-EAEB17C953BF}" presName="titleText2" presStyleLbl="fgAcc1" presStyleIdx="3" presStyleCnt="8" custLinFactNeighborX="-6578" custLinFactNeighborY="-49437">
        <dgm:presLayoutVars>
          <dgm:chMax val="0"/>
          <dgm:chPref val="0"/>
        </dgm:presLayoutVars>
      </dgm:prSet>
      <dgm:spPr/>
    </dgm:pt>
    <dgm:pt modelId="{67B36177-C56A-D042-9FF0-58460494D967}" type="pres">
      <dgm:prSet presAssocID="{2B2875B7-0562-5640-8237-EAEB17C953BF}" presName="rootConnector" presStyleLbl="node3" presStyleIdx="0" presStyleCnt="0"/>
      <dgm:spPr/>
    </dgm:pt>
    <dgm:pt modelId="{6470ABED-4BD6-7B47-8CD2-7EFFFC11E897}" type="pres">
      <dgm:prSet presAssocID="{2B2875B7-0562-5640-8237-EAEB17C953BF}" presName="hierChild4" presStyleCnt="0"/>
      <dgm:spPr/>
    </dgm:pt>
    <dgm:pt modelId="{173638CC-261C-FE40-898E-53A448ACBA47}" type="pres">
      <dgm:prSet presAssocID="{2B2875B7-0562-5640-8237-EAEB17C953BF}" presName="hierChild5" presStyleCnt="0"/>
      <dgm:spPr/>
    </dgm:pt>
    <dgm:pt modelId="{F4EBD50F-A667-3045-AE74-6164958CDF12}" type="pres">
      <dgm:prSet presAssocID="{B904632D-BE15-2B4C-AFB5-52920751FE13}" presName="hierChild5" presStyleCnt="0"/>
      <dgm:spPr/>
    </dgm:pt>
    <dgm:pt modelId="{3EB20C4E-C168-2C47-9EA3-0173AB662BA8}" type="pres">
      <dgm:prSet presAssocID="{6D7F7FC2-D048-2240-8029-1A3304DAB8CC}" presName="Name37" presStyleLbl="parChTrans1D2" presStyleIdx="2" presStyleCnt="7"/>
      <dgm:spPr/>
    </dgm:pt>
    <dgm:pt modelId="{303D9246-6B10-554E-BC66-B490952CCA7C}" type="pres">
      <dgm:prSet presAssocID="{2B6F2729-184B-E141-B635-0F20F2861154}" presName="hierRoot2" presStyleCnt="0">
        <dgm:presLayoutVars>
          <dgm:hierBranch val="init"/>
        </dgm:presLayoutVars>
      </dgm:prSet>
      <dgm:spPr/>
    </dgm:pt>
    <dgm:pt modelId="{FDB7C316-BB1B-8849-9CD2-D8D7043238A1}" type="pres">
      <dgm:prSet presAssocID="{2B6F2729-184B-E141-B635-0F20F2861154}" presName="rootComposite" presStyleCnt="0"/>
      <dgm:spPr/>
    </dgm:pt>
    <dgm:pt modelId="{CBFCE435-C6AE-E449-A5CF-C8CEAA2FC28B}" type="pres">
      <dgm:prSet presAssocID="{2B6F2729-184B-E141-B635-0F20F2861154}" presName="rootText" presStyleLbl="node1" presStyleIdx="4" presStyleCnt="8" custScaleX="153869" custScaleY="73935" custLinFactNeighborX="35432" custLinFactNeighborY="-72981">
        <dgm:presLayoutVars>
          <dgm:chMax/>
          <dgm:chPref val="3"/>
        </dgm:presLayoutVars>
      </dgm:prSet>
      <dgm:spPr/>
    </dgm:pt>
    <dgm:pt modelId="{7374A6AC-0145-1441-BF44-4EE8C93D39BE}" type="pres">
      <dgm:prSet presAssocID="{2B6F2729-184B-E141-B635-0F20F2861154}" presName="titleText2" presStyleLbl="fgAcc1" presStyleIdx="4" presStyleCnt="8" custLinFactY="-100000" custLinFactNeighborX="55717" custLinFactNeighborY="-135892">
        <dgm:presLayoutVars>
          <dgm:chMax val="0"/>
          <dgm:chPref val="0"/>
        </dgm:presLayoutVars>
      </dgm:prSet>
      <dgm:spPr/>
    </dgm:pt>
    <dgm:pt modelId="{1ECC01AB-6711-A249-9F9A-71D5FD043397}" type="pres">
      <dgm:prSet presAssocID="{2B6F2729-184B-E141-B635-0F20F2861154}" presName="rootConnector" presStyleLbl="node2" presStyleIdx="0" presStyleCnt="0"/>
      <dgm:spPr/>
    </dgm:pt>
    <dgm:pt modelId="{2722E311-C8A7-0843-BD02-0B1AB2032907}" type="pres">
      <dgm:prSet presAssocID="{2B6F2729-184B-E141-B635-0F20F2861154}" presName="hierChild4" presStyleCnt="0"/>
      <dgm:spPr/>
    </dgm:pt>
    <dgm:pt modelId="{25280A67-76C9-CF48-94E4-DB7ACBEC6EA2}" type="pres">
      <dgm:prSet presAssocID="{6B9117C8-051E-5048-BAAB-B0416E38A295}" presName="Name37" presStyleLbl="parChTrans1D3" presStyleIdx="2" presStyleCnt="4"/>
      <dgm:spPr/>
    </dgm:pt>
    <dgm:pt modelId="{8F43392A-CA50-3547-95F3-AEA35CA59495}" type="pres">
      <dgm:prSet presAssocID="{88D416C9-4399-764D-BA5D-F59F1171F7E0}" presName="hierRoot2" presStyleCnt="0">
        <dgm:presLayoutVars>
          <dgm:hierBranch val="init"/>
        </dgm:presLayoutVars>
      </dgm:prSet>
      <dgm:spPr/>
    </dgm:pt>
    <dgm:pt modelId="{7C9C5192-4BFA-A04F-815F-0D7F081064B5}" type="pres">
      <dgm:prSet presAssocID="{88D416C9-4399-764D-BA5D-F59F1171F7E0}" presName="rootComposite" presStyleCnt="0"/>
      <dgm:spPr/>
    </dgm:pt>
    <dgm:pt modelId="{FA51453F-E189-DE47-9453-7928C923030B}" type="pres">
      <dgm:prSet presAssocID="{88D416C9-4399-764D-BA5D-F59F1171F7E0}" presName="rootText" presStyleLbl="node1" presStyleIdx="5" presStyleCnt="8" custLinFactNeighborX="-11439" custLinFactNeighborY="-70046">
        <dgm:presLayoutVars>
          <dgm:chMax/>
          <dgm:chPref val="3"/>
        </dgm:presLayoutVars>
      </dgm:prSet>
      <dgm:spPr/>
    </dgm:pt>
    <dgm:pt modelId="{C1CDE55D-F587-0F46-9C73-49C899CC1605}" type="pres">
      <dgm:prSet presAssocID="{88D416C9-4399-764D-BA5D-F59F1171F7E0}" presName="titleText2" presStyleLbl="fgAcc1" presStyleIdx="5" presStyleCnt="8" custLinFactY="-90084" custLinFactNeighborX="-12223" custLinFactNeighborY="-100000">
        <dgm:presLayoutVars>
          <dgm:chMax val="0"/>
          <dgm:chPref val="0"/>
        </dgm:presLayoutVars>
      </dgm:prSet>
      <dgm:spPr/>
    </dgm:pt>
    <dgm:pt modelId="{45B4E835-BDF1-4E48-AC52-FF36535FCD75}" type="pres">
      <dgm:prSet presAssocID="{88D416C9-4399-764D-BA5D-F59F1171F7E0}" presName="rootConnector" presStyleLbl="node3" presStyleIdx="0" presStyleCnt="0"/>
      <dgm:spPr/>
    </dgm:pt>
    <dgm:pt modelId="{BC677369-5FE2-6F4C-9FD4-32BF7E0FE028}" type="pres">
      <dgm:prSet presAssocID="{88D416C9-4399-764D-BA5D-F59F1171F7E0}" presName="hierChild4" presStyleCnt="0"/>
      <dgm:spPr/>
    </dgm:pt>
    <dgm:pt modelId="{C586B744-4296-0B46-A437-C48F26819AB2}" type="pres">
      <dgm:prSet presAssocID="{88D416C9-4399-764D-BA5D-F59F1171F7E0}" presName="hierChild5" presStyleCnt="0"/>
      <dgm:spPr/>
    </dgm:pt>
    <dgm:pt modelId="{64990CA2-A80E-E743-A5AD-357237834C7C}" type="pres">
      <dgm:prSet presAssocID="{2B6F2729-184B-E141-B635-0F20F2861154}" presName="hierChild5" presStyleCnt="0"/>
      <dgm:spPr/>
    </dgm:pt>
    <dgm:pt modelId="{B8F8652F-802E-2743-9975-E8FEF37F49E1}" type="pres">
      <dgm:prSet presAssocID="{DAA5E491-19EA-564E-B457-6F84FA3FE870}" presName="Name37" presStyleLbl="parChTrans1D2" presStyleIdx="3" presStyleCnt="7"/>
      <dgm:spPr/>
    </dgm:pt>
    <dgm:pt modelId="{E870B0C6-540C-5D46-9409-CB7DADEEC2D1}" type="pres">
      <dgm:prSet presAssocID="{9DCFA784-C87B-DC42-8245-2DC18F46A69D}" presName="hierRoot2" presStyleCnt="0">
        <dgm:presLayoutVars>
          <dgm:hierBranch val="init"/>
        </dgm:presLayoutVars>
      </dgm:prSet>
      <dgm:spPr/>
    </dgm:pt>
    <dgm:pt modelId="{7F628B63-ABD0-B841-A714-C8A718D9BA1E}" type="pres">
      <dgm:prSet presAssocID="{9DCFA784-C87B-DC42-8245-2DC18F46A69D}" presName="rootComposite" presStyleCnt="0"/>
      <dgm:spPr/>
    </dgm:pt>
    <dgm:pt modelId="{4DB775DB-C27C-244A-A787-82A758F795FF}" type="pres">
      <dgm:prSet presAssocID="{9DCFA784-C87B-DC42-8245-2DC18F46A69D}" presName="rootText" presStyleLbl="node1" presStyleIdx="6" presStyleCnt="8" custScaleX="131021" custScaleY="77626" custLinFactNeighborX="38514" custLinFactNeighborY="-76733">
        <dgm:presLayoutVars>
          <dgm:chMax/>
          <dgm:chPref val="3"/>
        </dgm:presLayoutVars>
      </dgm:prSet>
      <dgm:spPr/>
    </dgm:pt>
    <dgm:pt modelId="{17460135-3B8C-4D41-A599-31A5BE1C7AED}" type="pres">
      <dgm:prSet presAssocID="{9DCFA784-C87B-DC42-8245-2DC18F46A69D}" presName="titleText2" presStyleLbl="fgAcc1" presStyleIdx="6" presStyleCnt="8" custLinFactY="-100000" custLinFactNeighborX="63660" custLinFactNeighborY="-143019">
        <dgm:presLayoutVars>
          <dgm:chMax val="0"/>
          <dgm:chPref val="0"/>
        </dgm:presLayoutVars>
      </dgm:prSet>
      <dgm:spPr/>
    </dgm:pt>
    <dgm:pt modelId="{073539D9-BDCF-CE48-97EA-566D64A11088}" type="pres">
      <dgm:prSet presAssocID="{9DCFA784-C87B-DC42-8245-2DC18F46A69D}" presName="rootConnector" presStyleLbl="node2" presStyleIdx="0" presStyleCnt="0"/>
      <dgm:spPr/>
    </dgm:pt>
    <dgm:pt modelId="{2EA10AB4-B38F-3849-8B52-D0F79AAAD797}" type="pres">
      <dgm:prSet presAssocID="{9DCFA784-C87B-DC42-8245-2DC18F46A69D}" presName="hierChild4" presStyleCnt="0"/>
      <dgm:spPr/>
    </dgm:pt>
    <dgm:pt modelId="{676B4FBA-E251-D947-9196-677CB66EB414}" type="pres">
      <dgm:prSet presAssocID="{619ABD9C-8B50-1D49-B4C1-D19163A94D8D}" presName="Name37" presStyleLbl="parChTrans1D3" presStyleIdx="3" presStyleCnt="4"/>
      <dgm:spPr/>
    </dgm:pt>
    <dgm:pt modelId="{62CF89AD-DD78-E942-BBC4-73606CA262C1}" type="pres">
      <dgm:prSet presAssocID="{EFB044E1-EC69-8246-AD0E-01B74E902BD3}" presName="hierRoot2" presStyleCnt="0">
        <dgm:presLayoutVars>
          <dgm:hierBranch val="init"/>
        </dgm:presLayoutVars>
      </dgm:prSet>
      <dgm:spPr/>
    </dgm:pt>
    <dgm:pt modelId="{4C632C15-FF8F-D442-8CBA-DD008F51E8C2}" type="pres">
      <dgm:prSet presAssocID="{EFB044E1-EC69-8246-AD0E-01B74E902BD3}" presName="rootComposite" presStyleCnt="0"/>
      <dgm:spPr/>
    </dgm:pt>
    <dgm:pt modelId="{52BF8A39-E268-F642-9DAD-91171E75B20F}" type="pres">
      <dgm:prSet presAssocID="{EFB044E1-EC69-8246-AD0E-01B74E902BD3}" presName="rootText" presStyleLbl="node1" presStyleIdx="7" presStyleCnt="8" custScaleX="136385" custScaleY="57026" custLinFactNeighborX="11843" custLinFactNeighborY="-58425">
        <dgm:presLayoutVars>
          <dgm:chMax/>
          <dgm:chPref val="3"/>
        </dgm:presLayoutVars>
      </dgm:prSet>
      <dgm:spPr/>
    </dgm:pt>
    <dgm:pt modelId="{0891553F-8B87-9B4D-9C84-8C5C2C4443F4}" type="pres">
      <dgm:prSet presAssocID="{EFB044E1-EC69-8246-AD0E-01B74E902BD3}" presName="titleText2" presStyleLbl="fgAcc1" presStyleIdx="7" presStyleCnt="8" custScaleX="69259" custScaleY="124014" custLinFactY="-100000" custLinFactNeighborX="37250" custLinFactNeighborY="-117765">
        <dgm:presLayoutVars>
          <dgm:chMax val="0"/>
          <dgm:chPref val="0"/>
        </dgm:presLayoutVars>
      </dgm:prSet>
      <dgm:spPr/>
    </dgm:pt>
    <dgm:pt modelId="{57A1DB60-6D45-E845-8B2C-A829086E5980}" type="pres">
      <dgm:prSet presAssocID="{EFB044E1-EC69-8246-AD0E-01B74E902BD3}" presName="rootConnector" presStyleLbl="node3" presStyleIdx="0" presStyleCnt="0"/>
      <dgm:spPr/>
    </dgm:pt>
    <dgm:pt modelId="{23D13976-63E7-1C42-8C8C-7C021B1A3F87}" type="pres">
      <dgm:prSet presAssocID="{EFB044E1-EC69-8246-AD0E-01B74E902BD3}" presName="hierChild4" presStyleCnt="0"/>
      <dgm:spPr/>
    </dgm:pt>
    <dgm:pt modelId="{4A21176B-3EF2-7D4F-8A83-10CC3E84F444}" type="pres">
      <dgm:prSet presAssocID="{EFB044E1-EC69-8246-AD0E-01B74E902BD3}" presName="hierChild5" presStyleCnt="0"/>
      <dgm:spPr/>
    </dgm:pt>
    <dgm:pt modelId="{F27C0BDB-1D6D-FA4A-A491-100D15B6D33B}" type="pres">
      <dgm:prSet presAssocID="{9DCFA784-C87B-DC42-8245-2DC18F46A69D}" presName="hierChild5" presStyleCnt="0"/>
      <dgm:spPr/>
    </dgm:pt>
    <dgm:pt modelId="{954B4017-85AE-FE4E-A36A-7C83AD59D0CC}" type="pres">
      <dgm:prSet presAssocID="{36B28F06-E2BE-624C-8F56-6470175F83CC}" presName="hierChild3" presStyleCnt="0"/>
      <dgm:spPr/>
    </dgm:pt>
    <dgm:pt modelId="{31907B83-C836-8A4A-A48A-9DD49D80F162}" type="pres">
      <dgm:prSet presAssocID="{0E3DB793-D065-8B43-B76D-1E6D57B3EACE}" presName="Name96" presStyleLbl="parChTrans1D2" presStyleIdx="4" presStyleCnt="7"/>
      <dgm:spPr/>
    </dgm:pt>
    <dgm:pt modelId="{114441BC-8C93-FA41-8719-5B1B54715D63}" type="pres">
      <dgm:prSet presAssocID="{5A912775-BD74-A246-B02C-63E5158977D1}" presName="hierRoot3" presStyleCnt="0">
        <dgm:presLayoutVars>
          <dgm:hierBranch val="init"/>
        </dgm:presLayoutVars>
      </dgm:prSet>
      <dgm:spPr/>
    </dgm:pt>
    <dgm:pt modelId="{D82F504D-F1A2-E34C-AB7D-9ED793388A0A}" type="pres">
      <dgm:prSet presAssocID="{5A912775-BD74-A246-B02C-63E5158977D1}" presName="rootComposite3" presStyleCnt="0"/>
      <dgm:spPr/>
    </dgm:pt>
    <dgm:pt modelId="{D4669CB2-A470-0E47-BFA1-34C9F15B8A10}" type="pres">
      <dgm:prSet presAssocID="{5A912775-BD74-A246-B02C-63E5158977D1}" presName="rootText3" presStyleLbl="asst1" presStyleIdx="0" presStyleCnt="3" custScaleX="119384" custScaleY="75259" custLinFactNeighborX="19593" custLinFactNeighborY="-33570">
        <dgm:presLayoutVars>
          <dgm:chPref val="3"/>
        </dgm:presLayoutVars>
      </dgm:prSet>
      <dgm:spPr/>
    </dgm:pt>
    <dgm:pt modelId="{9DEC4202-755A-2344-8796-6F2918EB0F12}" type="pres">
      <dgm:prSet presAssocID="{5A912775-BD74-A246-B02C-63E5158977D1}" presName="titleText3" presStyleLbl="fgAcc2" presStyleIdx="0" presStyleCnt="3" custScaleX="124144" custScaleY="119390" custLinFactY="-47336" custLinFactNeighborX="-37787" custLinFactNeighborY="-100000">
        <dgm:presLayoutVars>
          <dgm:chMax val="0"/>
          <dgm:chPref val="0"/>
        </dgm:presLayoutVars>
      </dgm:prSet>
      <dgm:spPr/>
    </dgm:pt>
    <dgm:pt modelId="{51350E0A-6637-C649-A579-75E70A421C45}" type="pres">
      <dgm:prSet presAssocID="{5A912775-BD74-A246-B02C-63E5158977D1}" presName="rootConnector3" presStyleLbl="asst1" presStyleIdx="0" presStyleCnt="3"/>
      <dgm:spPr/>
    </dgm:pt>
    <dgm:pt modelId="{BF4B613E-57CB-3F43-A5D8-B86B43A670D4}" type="pres">
      <dgm:prSet presAssocID="{5A912775-BD74-A246-B02C-63E5158977D1}" presName="hierChild6" presStyleCnt="0"/>
      <dgm:spPr/>
    </dgm:pt>
    <dgm:pt modelId="{4A7C60E3-A6C4-C848-8D15-1EC4B888FEF3}" type="pres">
      <dgm:prSet presAssocID="{5A912775-BD74-A246-B02C-63E5158977D1}" presName="hierChild7" presStyleCnt="0"/>
      <dgm:spPr/>
    </dgm:pt>
    <dgm:pt modelId="{59A9FE09-59E2-8447-9BB3-26490B2BC205}" type="pres">
      <dgm:prSet presAssocID="{D045CFBA-B572-A948-9C12-1B7EFF5DDBE4}" presName="Name96" presStyleLbl="parChTrans1D2" presStyleIdx="5" presStyleCnt="7"/>
      <dgm:spPr/>
    </dgm:pt>
    <dgm:pt modelId="{1A2080FB-B194-2E43-906B-DAE5688CCA33}" type="pres">
      <dgm:prSet presAssocID="{1679CB31-27AA-5B4E-B956-DA77393261C7}" presName="hierRoot3" presStyleCnt="0">
        <dgm:presLayoutVars>
          <dgm:hierBranch val="init"/>
        </dgm:presLayoutVars>
      </dgm:prSet>
      <dgm:spPr/>
    </dgm:pt>
    <dgm:pt modelId="{DCEBBEB6-CCB4-8D4D-B6AE-69E793E75253}" type="pres">
      <dgm:prSet presAssocID="{1679CB31-27AA-5B4E-B956-DA77393261C7}" presName="rootComposite3" presStyleCnt="0"/>
      <dgm:spPr/>
    </dgm:pt>
    <dgm:pt modelId="{899F5B13-6EDA-6C40-B4A1-B92EBA9853F6}" type="pres">
      <dgm:prSet presAssocID="{1679CB31-27AA-5B4E-B956-DA77393261C7}" presName="rootText3" presStyleLbl="asst1" presStyleIdx="1" presStyleCnt="3" custScaleX="168629" custScaleY="72542" custLinFactNeighborX="9668" custLinFactNeighborY="11280">
        <dgm:presLayoutVars>
          <dgm:chPref val="3"/>
        </dgm:presLayoutVars>
      </dgm:prSet>
      <dgm:spPr/>
    </dgm:pt>
    <dgm:pt modelId="{D307560B-580B-844A-AF85-49F62ACEE651}" type="pres">
      <dgm:prSet presAssocID="{1679CB31-27AA-5B4E-B956-DA77393261C7}" presName="titleText3" presStyleLbl="fgAcc2" presStyleIdx="1" presStyleCnt="3" custScaleX="128834" custScaleY="155540" custLinFactNeighborX="62255" custLinFactNeighborY="18024">
        <dgm:presLayoutVars>
          <dgm:chMax val="0"/>
          <dgm:chPref val="0"/>
        </dgm:presLayoutVars>
      </dgm:prSet>
      <dgm:spPr/>
    </dgm:pt>
    <dgm:pt modelId="{050ABBF3-6427-6A4D-8D47-CED06369BE98}" type="pres">
      <dgm:prSet presAssocID="{1679CB31-27AA-5B4E-B956-DA77393261C7}" presName="rootConnector3" presStyleLbl="asst1" presStyleIdx="1" presStyleCnt="3"/>
      <dgm:spPr/>
    </dgm:pt>
    <dgm:pt modelId="{3FC4ACDD-444A-5143-9980-C5C24CD821D2}" type="pres">
      <dgm:prSet presAssocID="{1679CB31-27AA-5B4E-B956-DA77393261C7}" presName="hierChild6" presStyleCnt="0"/>
      <dgm:spPr/>
    </dgm:pt>
    <dgm:pt modelId="{3428B259-8F6E-0348-A647-073538CA7091}" type="pres">
      <dgm:prSet presAssocID="{1679CB31-27AA-5B4E-B956-DA77393261C7}" presName="hierChild7" presStyleCnt="0"/>
      <dgm:spPr/>
    </dgm:pt>
    <dgm:pt modelId="{6F698BA5-1D6D-1645-8C36-4A9F8C4BCA1E}" type="pres">
      <dgm:prSet presAssocID="{11BC3677-EB46-5A4D-BA19-D945FFB163D6}" presName="Name96" presStyleLbl="parChTrans1D2" presStyleIdx="6" presStyleCnt="7"/>
      <dgm:spPr/>
    </dgm:pt>
    <dgm:pt modelId="{2F20B09E-F24A-A447-813F-E65DD2D58D19}" type="pres">
      <dgm:prSet presAssocID="{D4528D36-6C28-2448-BE38-C78A670BD91D}" presName="hierRoot3" presStyleCnt="0">
        <dgm:presLayoutVars>
          <dgm:hierBranch val="init"/>
        </dgm:presLayoutVars>
      </dgm:prSet>
      <dgm:spPr/>
    </dgm:pt>
    <dgm:pt modelId="{36D7159A-D991-C645-A108-6AFF50694ECE}" type="pres">
      <dgm:prSet presAssocID="{D4528D36-6C28-2448-BE38-C78A670BD91D}" presName="rootComposite3" presStyleCnt="0"/>
      <dgm:spPr/>
    </dgm:pt>
    <dgm:pt modelId="{79363692-3A80-844B-A62D-3356CA3B8D88}" type="pres">
      <dgm:prSet presAssocID="{D4528D36-6C28-2448-BE38-C78A670BD91D}" presName="rootText3" presStyleLbl="asst1" presStyleIdx="2" presStyleCnt="3" custScaleX="158322" custScaleY="72967" custLinFactY="-5282" custLinFactNeighborX="-98563" custLinFactNeighborY="-100000">
        <dgm:presLayoutVars>
          <dgm:chPref val="3"/>
        </dgm:presLayoutVars>
      </dgm:prSet>
      <dgm:spPr/>
    </dgm:pt>
    <dgm:pt modelId="{54BD6DFF-D595-F041-A51A-5AF809A552C0}" type="pres">
      <dgm:prSet presAssocID="{D4528D36-6C28-2448-BE38-C78A670BD91D}" presName="titleText3" presStyleLbl="fgAcc2" presStyleIdx="2" presStyleCnt="3" custScaleX="131140" custScaleY="95617" custLinFactX="-92056" custLinFactY="-121778" custLinFactNeighborX="-100000" custLinFactNeighborY="-200000">
        <dgm:presLayoutVars>
          <dgm:chMax val="0"/>
          <dgm:chPref val="0"/>
        </dgm:presLayoutVars>
      </dgm:prSet>
      <dgm:spPr/>
    </dgm:pt>
    <dgm:pt modelId="{1960F80A-C3B1-B349-A3F4-872B3D52F2C9}" type="pres">
      <dgm:prSet presAssocID="{D4528D36-6C28-2448-BE38-C78A670BD91D}" presName="rootConnector3" presStyleLbl="asst1" presStyleIdx="2" presStyleCnt="3"/>
      <dgm:spPr/>
    </dgm:pt>
    <dgm:pt modelId="{67098DCF-239C-EA4A-8701-5CF41F4BDC88}" type="pres">
      <dgm:prSet presAssocID="{D4528D36-6C28-2448-BE38-C78A670BD91D}" presName="hierChild6" presStyleCnt="0"/>
      <dgm:spPr/>
    </dgm:pt>
    <dgm:pt modelId="{9831B57E-6C18-B84B-8FCC-4FD09B3C58B1}" type="pres">
      <dgm:prSet presAssocID="{D4528D36-6C28-2448-BE38-C78A670BD91D}" presName="hierChild7" presStyleCnt="0"/>
      <dgm:spPr/>
    </dgm:pt>
  </dgm:ptLst>
  <dgm:cxnLst>
    <dgm:cxn modelId="{3DEB0E01-5E4B-3543-90C3-9F6DDC06E02F}" srcId="{2B6F2729-184B-E141-B635-0F20F2861154}" destId="{88D416C9-4399-764D-BA5D-F59F1171F7E0}" srcOrd="0" destOrd="0" parTransId="{6B9117C8-051E-5048-BAAB-B0416E38A295}" sibTransId="{4D9B00F5-F537-034E-AF32-C771F264C86B}"/>
    <dgm:cxn modelId="{E33CD00A-6EE6-8E41-864B-ACB032043B4C}" type="presOf" srcId="{D4528D36-6C28-2448-BE38-C78A670BD91D}" destId="{1960F80A-C3B1-B349-A3F4-872B3D52F2C9}" srcOrd="1" destOrd="0" presId="urn:microsoft.com/office/officeart/2008/layout/NameandTitleOrganizationalChart"/>
    <dgm:cxn modelId="{E769650D-DECA-5A45-9D39-7618090A92A6}" type="presOf" srcId="{E1F82241-1578-C743-B8F0-7574F0D7BCFD}" destId="{1347DC7D-4AF4-5E43-8315-7481D9455804}" srcOrd="0" destOrd="0" presId="urn:microsoft.com/office/officeart/2008/layout/NameandTitleOrganizationalChart"/>
    <dgm:cxn modelId="{51C1370E-6081-0C4D-AC9D-8F065B2A1AAB}" type="presOf" srcId="{4D9B00F5-F537-034E-AF32-C771F264C86B}" destId="{C1CDE55D-F587-0F46-9C73-49C899CC1605}" srcOrd="0" destOrd="0" presId="urn:microsoft.com/office/officeart/2008/layout/NameandTitleOrganizationalChart"/>
    <dgm:cxn modelId="{3B1EA70E-B827-984F-9854-BCEC11639EB9}" type="presOf" srcId="{E91E7EA0-7541-974F-B34E-0EE6AE02A8AA}" destId="{B5FB0758-AE4A-C545-A450-06170ED84F65}" srcOrd="1" destOrd="0" presId="urn:microsoft.com/office/officeart/2008/layout/NameandTitleOrganizationalChart"/>
    <dgm:cxn modelId="{4799BB0F-C898-4049-B853-9DFF470DD404}" type="presOf" srcId="{88D416C9-4399-764D-BA5D-F59F1171F7E0}" destId="{45B4E835-BDF1-4E48-AC52-FF36535FCD75}" srcOrd="1" destOrd="0" presId="urn:microsoft.com/office/officeart/2008/layout/NameandTitleOrganizationalChart"/>
    <dgm:cxn modelId="{C9D20C11-6F62-844A-9E51-09B0283DAF6F}" type="presOf" srcId="{B904632D-BE15-2B4C-AFB5-52920751FE13}" destId="{50FB79E2-175C-6043-99BE-88503D4EA79F}" srcOrd="0" destOrd="0" presId="urn:microsoft.com/office/officeart/2008/layout/NameandTitleOrganizationalChart"/>
    <dgm:cxn modelId="{38761B15-0132-5144-AF18-E7196CDDC69A}" type="presOf" srcId="{26A20830-1A93-474C-8D8E-D988AD93FF56}" destId="{82D17EA7-FC3B-624D-A479-8D812CE0EC57}" srcOrd="0" destOrd="0" presId="urn:microsoft.com/office/officeart/2008/layout/NameandTitleOrganizationalChart"/>
    <dgm:cxn modelId="{5D689017-9617-4640-9D26-8D12EB42810C}" type="presOf" srcId="{5A912775-BD74-A246-B02C-63E5158977D1}" destId="{51350E0A-6637-C649-A579-75E70A421C45}" srcOrd="1" destOrd="0" presId="urn:microsoft.com/office/officeart/2008/layout/NameandTitleOrganizationalChart"/>
    <dgm:cxn modelId="{5A710B1B-E71A-4849-88B0-C38AE51BB0EE}" srcId="{36B28F06-E2BE-624C-8F56-6470175F83CC}" destId="{9DCFA784-C87B-DC42-8245-2DC18F46A69D}" srcOrd="6" destOrd="0" parTransId="{DAA5E491-19EA-564E-B457-6F84FA3FE870}" sibTransId="{3175C0CC-C6ED-FA49-BCB7-9EE44EA89C18}"/>
    <dgm:cxn modelId="{BDF6111C-2059-1F43-B060-05BF113CF348}" type="presOf" srcId="{D055C170-25CF-DB4F-B649-587B4D6BCBF2}" destId="{7374A6AC-0145-1441-BF44-4EE8C93D39BE}" srcOrd="0" destOrd="0" presId="urn:microsoft.com/office/officeart/2008/layout/NameandTitleOrganizationalChart"/>
    <dgm:cxn modelId="{84F4141C-72E1-484C-806B-0498A03EC0CD}" type="presOf" srcId="{1A2DDAEB-7E4B-7841-98A4-C7328AD6B359}" destId="{D307560B-580B-844A-AF85-49F62ACEE651}" srcOrd="0" destOrd="0" presId="urn:microsoft.com/office/officeart/2008/layout/NameandTitleOrganizationalChart"/>
    <dgm:cxn modelId="{614B4F1E-90C1-9D43-9203-FFC847A039BE}" type="presOf" srcId="{96E050E1-0B96-2143-917C-02C682900E97}" destId="{E2CE50B5-94E2-DD41-AA39-D5C0E280B949}" srcOrd="0" destOrd="0" presId="urn:microsoft.com/office/officeart/2008/layout/NameandTitleOrganizationalChart"/>
    <dgm:cxn modelId="{8C9EBF1E-23B9-E649-AF8F-16A896DC8804}" srcId="{9DCFA784-C87B-DC42-8245-2DC18F46A69D}" destId="{EFB044E1-EC69-8246-AD0E-01B74E902BD3}" srcOrd="0" destOrd="0" parTransId="{619ABD9C-8B50-1D49-B4C1-D19163A94D8D}" sibTransId="{5E5BF144-DB9F-2C40-A3E7-9BC24D13636C}"/>
    <dgm:cxn modelId="{EDA84820-61CA-794E-A786-76E4CC121886}" type="presOf" srcId="{5E5BF144-DB9F-2C40-A3E7-9BC24D13636C}" destId="{0891553F-8B87-9B4D-9C84-8C5C2C4443F4}" srcOrd="0" destOrd="0" presId="urn:microsoft.com/office/officeart/2008/layout/NameandTitleOrganizationalChart"/>
    <dgm:cxn modelId="{382F3026-FD2E-D54B-960E-34B112EF35AE}" type="presOf" srcId="{16F26C0F-6694-8C4F-B4EC-9DB2DDBC69F7}" destId="{911E9C21-5923-2B4D-8218-898A5DEDCEB7}" srcOrd="0" destOrd="0" presId="urn:microsoft.com/office/officeart/2008/layout/NameandTitleOrganizationalChart"/>
    <dgm:cxn modelId="{399E0929-5EA3-4348-8BE5-EF8E62920BC2}" type="presOf" srcId="{2B6F2729-184B-E141-B635-0F20F2861154}" destId="{CBFCE435-C6AE-E449-A5CF-C8CEAA2FC28B}" srcOrd="0" destOrd="0" presId="urn:microsoft.com/office/officeart/2008/layout/NameandTitleOrganizationalChart"/>
    <dgm:cxn modelId="{F3BFB32A-A096-EE42-973E-0DD7EED2F67A}" type="presOf" srcId="{1679CB31-27AA-5B4E-B956-DA77393261C7}" destId="{899F5B13-6EDA-6C40-B4A1-B92EBA9853F6}" srcOrd="0" destOrd="0" presId="urn:microsoft.com/office/officeart/2008/layout/NameandTitleOrganizationalChart"/>
    <dgm:cxn modelId="{471CFE30-D903-7F47-A1FF-C7BA20C3D64D}" type="presOf" srcId="{9DCFA784-C87B-DC42-8245-2DC18F46A69D}" destId="{4DB775DB-C27C-244A-A787-82A758F795FF}" srcOrd="0" destOrd="0" presId="urn:microsoft.com/office/officeart/2008/layout/NameandTitleOrganizationalChart"/>
    <dgm:cxn modelId="{769A6331-BFAA-2644-806F-40F26999AD6E}" type="presOf" srcId="{619ABD9C-8B50-1D49-B4C1-D19163A94D8D}" destId="{676B4FBA-E251-D947-9196-677CB66EB414}" srcOrd="0" destOrd="0" presId="urn:microsoft.com/office/officeart/2008/layout/NameandTitleOrganizationalChart"/>
    <dgm:cxn modelId="{357EA331-70A8-C248-9B8F-667DB7F4A9C5}" type="presOf" srcId="{6B9117C8-051E-5048-BAAB-B0416E38A295}" destId="{25280A67-76C9-CF48-94E4-DB7ACBEC6EA2}" srcOrd="0" destOrd="0" presId="urn:microsoft.com/office/officeart/2008/layout/NameandTitleOrganizationalChart"/>
    <dgm:cxn modelId="{28DAC435-2B5F-374D-B30C-4E66F479081E}" srcId="{36B28F06-E2BE-624C-8F56-6470175F83CC}" destId="{D4528D36-6C28-2448-BE38-C78A670BD91D}" srcOrd="2" destOrd="0" parTransId="{11BC3677-EB46-5A4D-BA19-D945FFB163D6}" sibTransId="{BEB5030E-43C9-E149-B9FF-06BE63F3B75B}"/>
    <dgm:cxn modelId="{F3FC723A-DB82-954C-9FF7-A3D5D2642A53}" type="presOf" srcId="{FE89C3DE-5A2D-1B40-9771-BEEE1DF11C4C}" destId="{918EE4E8-7297-5D40-B8F2-D9C8194B06D3}" srcOrd="0" destOrd="0" presId="urn:microsoft.com/office/officeart/2008/layout/NameandTitleOrganizationalChart"/>
    <dgm:cxn modelId="{7F007A3A-0634-C143-8557-50F8337CB876}" type="presOf" srcId="{AB8467E0-71FB-0342-B4B8-F71E4E65EB16}" destId="{0224D4CA-5849-7A42-B171-053CB2E6C84A}" srcOrd="0" destOrd="0" presId="urn:microsoft.com/office/officeart/2008/layout/NameandTitleOrganizationalChart"/>
    <dgm:cxn modelId="{7CB5413C-0798-7B49-B0C1-BCAFA3D6D103}" type="presOf" srcId="{36B28F06-E2BE-624C-8F56-6470175F83CC}" destId="{F747BAD9-4043-CC4C-BFDE-3719E8AF484A}" srcOrd="1" destOrd="0" presId="urn:microsoft.com/office/officeart/2008/layout/NameandTitleOrganizationalChart"/>
    <dgm:cxn modelId="{BBD9523D-F456-D44C-BE00-B91418514BFF}" type="presOf" srcId="{EFB044E1-EC69-8246-AD0E-01B74E902BD3}" destId="{57A1DB60-6D45-E845-8B2C-A829086E5980}" srcOrd="1" destOrd="0" presId="urn:microsoft.com/office/officeart/2008/layout/NameandTitleOrganizationalChart"/>
    <dgm:cxn modelId="{E57C213F-C866-D149-9709-FF46E715E627}" type="presOf" srcId="{2B2875B7-0562-5640-8237-EAEB17C953BF}" destId="{791775AD-B8E9-2644-8CE1-BF192A880689}" srcOrd="0" destOrd="0" presId="urn:microsoft.com/office/officeart/2008/layout/NameandTitleOrganizationalChart"/>
    <dgm:cxn modelId="{0EE90A46-8D00-1E43-B6D4-5ADBBA3279B1}" srcId="{36B28F06-E2BE-624C-8F56-6470175F83CC}" destId="{1679CB31-27AA-5B4E-B956-DA77393261C7}" srcOrd="1" destOrd="0" parTransId="{D045CFBA-B572-A948-9C12-1B7EFF5DDBE4}" sibTransId="{1A2DDAEB-7E4B-7841-98A4-C7328AD6B359}"/>
    <dgm:cxn modelId="{C744AF52-66E6-AD43-991F-3472FD6019F2}" type="presOf" srcId="{36B28F06-E2BE-624C-8F56-6470175F83CC}" destId="{F9314137-E4F2-3D4C-8A65-24670A808680}" srcOrd="0" destOrd="0" presId="urn:microsoft.com/office/officeart/2008/layout/NameandTitleOrganizationalChart"/>
    <dgm:cxn modelId="{6AB05653-4ABA-FB4D-B9DE-72279C2751A3}" type="presOf" srcId="{D045CFBA-B572-A948-9C12-1B7EFF5DDBE4}" destId="{59A9FE09-59E2-8447-9BB3-26490B2BC205}" srcOrd="0" destOrd="0" presId="urn:microsoft.com/office/officeart/2008/layout/NameandTitleOrganizationalChart"/>
    <dgm:cxn modelId="{BE65C45E-577F-924C-95F5-BDD0D09DE9B4}" type="presOf" srcId="{DDD45DF3-C08F-2143-A03F-4EE555D69DFE}" destId="{DDA0C070-CE9F-F143-9F23-55DB1DEAABE5}" srcOrd="0" destOrd="0" presId="urn:microsoft.com/office/officeart/2008/layout/NameandTitleOrganizationalChart"/>
    <dgm:cxn modelId="{435C8160-7797-F340-9F17-2C742989DD34}" type="presOf" srcId="{D4528D36-6C28-2448-BE38-C78A670BD91D}" destId="{79363692-3A80-844B-A62D-3356CA3B8D88}" srcOrd="0" destOrd="0" presId="urn:microsoft.com/office/officeart/2008/layout/NameandTitleOrganizationalChart"/>
    <dgm:cxn modelId="{DC143E6C-23ED-674F-999C-296286E5B1CB}" type="presOf" srcId="{96E050E1-0B96-2143-917C-02C682900E97}" destId="{1AD3D879-96CE-9146-BB55-64A3C75BBB1F}" srcOrd="1" destOrd="0" presId="urn:microsoft.com/office/officeart/2008/layout/NameandTitleOrganizationalChart"/>
    <dgm:cxn modelId="{5B307671-936F-FC4A-A27D-3848FBD29B92}" type="presOf" srcId="{069127A5-5F3A-EF47-9D8D-65B477E629BE}" destId="{3D418AF1-C1B3-C24C-A7F4-8950EB54E840}" srcOrd="0" destOrd="0" presId="urn:microsoft.com/office/officeart/2008/layout/NameandTitleOrganizationalChart"/>
    <dgm:cxn modelId="{3A280273-2779-5445-9EE6-E9F552F2CED1}" type="presOf" srcId="{EFB044E1-EC69-8246-AD0E-01B74E902BD3}" destId="{52BF8A39-E268-F642-9DAD-91171E75B20F}" srcOrd="0" destOrd="0" presId="urn:microsoft.com/office/officeart/2008/layout/NameandTitleOrganizationalChart"/>
    <dgm:cxn modelId="{61511781-6EA9-9A47-96D7-DB28BB77083A}" type="presOf" srcId="{BEB5030E-43C9-E149-B9FF-06BE63F3B75B}" destId="{54BD6DFF-D595-F041-A51A-5AF809A552C0}" srcOrd="0" destOrd="0" presId="urn:microsoft.com/office/officeart/2008/layout/NameandTitleOrganizationalChart"/>
    <dgm:cxn modelId="{F1662F81-2533-F54E-8EAD-64D8401DB76D}" type="presOf" srcId="{80589D8E-F48D-154D-8D66-A8A4917E5A2D}" destId="{9DEC4202-755A-2344-8796-6F2918EB0F12}" srcOrd="0" destOrd="0" presId="urn:microsoft.com/office/officeart/2008/layout/NameandTitleOrganizationalChart"/>
    <dgm:cxn modelId="{15824288-9D47-B440-BF2B-E5507B87CAD2}" type="presOf" srcId="{1679CB31-27AA-5B4E-B956-DA77393261C7}" destId="{050ABBF3-6427-6A4D-8D47-CED06369BE98}" srcOrd="1" destOrd="0" presId="urn:microsoft.com/office/officeart/2008/layout/NameandTitleOrganizationalChart"/>
    <dgm:cxn modelId="{C6FCB78F-815C-A34B-A1BB-88F2BCD7E4C8}" type="presOf" srcId="{37EC8796-1EE6-3649-82AF-2A4CA26BBBFD}" destId="{DE06B1E3-E09B-3B4A-B48C-5FE8545986C3}" srcOrd="0" destOrd="0" presId="urn:microsoft.com/office/officeart/2008/layout/NameandTitleOrganizationalChart"/>
    <dgm:cxn modelId="{640FEE8F-40D7-8648-9613-EE3D8926C106}" type="presOf" srcId="{3175C0CC-C6ED-FA49-BCB7-9EE44EA89C18}" destId="{17460135-3B8C-4D41-A599-31A5BE1C7AED}" srcOrd="0" destOrd="0" presId="urn:microsoft.com/office/officeart/2008/layout/NameandTitleOrganizationalChart"/>
    <dgm:cxn modelId="{C2443C92-4CC6-7B43-9F70-3A375C9894A9}" type="presOf" srcId="{5A912775-BD74-A246-B02C-63E5158977D1}" destId="{D4669CB2-A470-0E47-BFA1-34C9F15B8A10}" srcOrd="0" destOrd="0" presId="urn:microsoft.com/office/officeart/2008/layout/NameandTitleOrganizationalChart"/>
    <dgm:cxn modelId="{BC402D94-393A-2049-A49C-CD15C2CB0136}" srcId="{36B28F06-E2BE-624C-8F56-6470175F83CC}" destId="{2B6F2729-184B-E141-B635-0F20F2861154}" srcOrd="5" destOrd="0" parTransId="{6D7F7FC2-D048-2240-8029-1A3304DAB8CC}" sibTransId="{D055C170-25CF-DB4F-B649-587B4D6BCBF2}"/>
    <dgm:cxn modelId="{FFBDA499-E5EF-5744-9405-AD8260F58C00}" type="presOf" srcId="{2B6F2729-184B-E141-B635-0F20F2861154}" destId="{1ECC01AB-6711-A249-9F9A-71D5FD043397}" srcOrd="1" destOrd="0" presId="urn:microsoft.com/office/officeart/2008/layout/NameandTitleOrganizationalChart"/>
    <dgm:cxn modelId="{B779C699-B6C1-CE44-A547-04EFBAE40C42}" srcId="{36B28F06-E2BE-624C-8F56-6470175F83CC}" destId="{96E050E1-0B96-2143-917C-02C682900E97}" srcOrd="3" destOrd="0" parTransId="{DDD45DF3-C08F-2143-A03F-4EE555D69DFE}" sibTransId="{16F26C0F-6694-8C4F-B4EC-9DB2DDBC69F7}"/>
    <dgm:cxn modelId="{EB5B679E-75C9-C744-B567-D75AB0A1D37C}" type="presOf" srcId="{DAA5E491-19EA-564E-B457-6F84FA3FE870}" destId="{B8F8652F-802E-2743-9975-E8FEF37F49E1}" srcOrd="0" destOrd="0" presId="urn:microsoft.com/office/officeart/2008/layout/NameandTitleOrganizationalChart"/>
    <dgm:cxn modelId="{95F9579F-E550-5F44-971C-0D1EAD632899}" srcId="{FE89C3DE-5A2D-1B40-9771-BEEE1DF11C4C}" destId="{36B28F06-E2BE-624C-8F56-6470175F83CC}" srcOrd="0" destOrd="0" parTransId="{8191AB61-3DB7-9E49-9997-77DBB8997CC2}" sibTransId="{E1F82241-1578-C743-B8F0-7574F0D7BCFD}"/>
    <dgm:cxn modelId="{465D24A1-9826-0D40-82A2-F403EC2FCB79}" srcId="{B904632D-BE15-2B4C-AFB5-52920751FE13}" destId="{2B2875B7-0562-5640-8237-EAEB17C953BF}" srcOrd="1" destOrd="0" parTransId="{AB8467E0-71FB-0342-B4B8-F71E4E65EB16}" sibTransId="{069127A5-5F3A-EF47-9D8D-65B477E629BE}"/>
    <dgm:cxn modelId="{D50F74A5-20C8-0746-B833-968A5EA9354A}" type="presOf" srcId="{B904632D-BE15-2B4C-AFB5-52920751FE13}" destId="{776BA0EF-BEF5-5A49-9FDC-19EAF1D8BB60}" srcOrd="1" destOrd="0" presId="urn:microsoft.com/office/officeart/2008/layout/NameandTitleOrganizationalChart"/>
    <dgm:cxn modelId="{110A31AC-8FAB-6F47-8E0D-CB4F9400B9D5}" type="presOf" srcId="{2B2875B7-0562-5640-8237-EAEB17C953BF}" destId="{67B36177-C56A-D042-9FF0-58460494D967}" srcOrd="1" destOrd="0" presId="urn:microsoft.com/office/officeart/2008/layout/NameandTitleOrganizationalChart"/>
    <dgm:cxn modelId="{FEAF9DB2-24E0-B747-971C-F2522541D4C1}" type="presOf" srcId="{11BC3677-EB46-5A4D-BA19-D945FFB163D6}" destId="{6F698BA5-1D6D-1645-8C36-4A9F8C4BCA1E}" srcOrd="0" destOrd="0" presId="urn:microsoft.com/office/officeart/2008/layout/NameandTitleOrganizationalChart"/>
    <dgm:cxn modelId="{8939E0BE-3184-774B-80EC-FA3BB68FB743}" type="presOf" srcId="{55F3E47F-17A4-E94B-96A2-03991FC2764D}" destId="{2B3177EE-12EC-CC4B-86F9-8F6C811CB028}" srcOrd="0" destOrd="0" presId="urn:microsoft.com/office/officeart/2008/layout/NameandTitleOrganizationalChart"/>
    <dgm:cxn modelId="{8CDD31C4-98D0-324A-B35C-F5F8EBAD92BA}" type="presOf" srcId="{E91E7EA0-7541-974F-B34E-0EE6AE02A8AA}" destId="{21E448FA-906D-E64F-AF79-992DF2B63002}" srcOrd="0" destOrd="0" presId="urn:microsoft.com/office/officeart/2008/layout/NameandTitleOrganizationalChart"/>
    <dgm:cxn modelId="{56251CC5-5EF8-FE44-B6E5-A27EE23E9C8B}" type="presOf" srcId="{9DCFA784-C87B-DC42-8245-2DC18F46A69D}" destId="{073539D9-BDCF-CE48-97EA-566D64A11088}" srcOrd="1" destOrd="0" presId="urn:microsoft.com/office/officeart/2008/layout/NameandTitleOrganizationalChart"/>
    <dgm:cxn modelId="{A0035ECE-454B-4340-A817-E281AB49B4A3}" type="presOf" srcId="{0E3DB793-D065-8B43-B76D-1E6D57B3EACE}" destId="{31907B83-C836-8A4A-A48A-9DD49D80F162}" srcOrd="0" destOrd="0" presId="urn:microsoft.com/office/officeart/2008/layout/NameandTitleOrganizationalChart"/>
    <dgm:cxn modelId="{FF476ADE-1CE4-8349-B6CB-322BBAA9F0F4}" srcId="{36B28F06-E2BE-624C-8F56-6470175F83CC}" destId="{B904632D-BE15-2B4C-AFB5-52920751FE13}" srcOrd="4" destOrd="0" parTransId="{90D26952-82E4-3D40-80BF-0ACF4BA68BE9}" sibTransId="{55F3E47F-17A4-E94B-96A2-03991FC2764D}"/>
    <dgm:cxn modelId="{A4C185DE-4747-B846-8429-B95375BEFB54}" type="presOf" srcId="{6D7F7FC2-D048-2240-8029-1A3304DAB8CC}" destId="{3EB20C4E-C168-2C47-9EA3-0173AB662BA8}" srcOrd="0" destOrd="0" presId="urn:microsoft.com/office/officeart/2008/layout/NameandTitleOrganizationalChart"/>
    <dgm:cxn modelId="{2ED7D8E6-59A6-2149-9DD1-042E4904E6AD}" srcId="{36B28F06-E2BE-624C-8F56-6470175F83CC}" destId="{5A912775-BD74-A246-B02C-63E5158977D1}" srcOrd="0" destOrd="0" parTransId="{0E3DB793-D065-8B43-B76D-1E6D57B3EACE}" sibTransId="{80589D8E-F48D-154D-8D66-A8A4917E5A2D}"/>
    <dgm:cxn modelId="{D5D27CE7-DCE5-BC45-94A1-61DF55363548}" srcId="{B904632D-BE15-2B4C-AFB5-52920751FE13}" destId="{E91E7EA0-7541-974F-B34E-0EE6AE02A8AA}" srcOrd="0" destOrd="0" parTransId="{26A20830-1A93-474C-8D8E-D988AD93FF56}" sibTransId="{37EC8796-1EE6-3649-82AF-2A4CA26BBBFD}"/>
    <dgm:cxn modelId="{AD73B7EA-6D86-354F-AEA8-C5FD3505F474}" type="presOf" srcId="{88D416C9-4399-764D-BA5D-F59F1171F7E0}" destId="{FA51453F-E189-DE47-9453-7928C923030B}" srcOrd="0" destOrd="0" presId="urn:microsoft.com/office/officeart/2008/layout/NameandTitleOrganizationalChart"/>
    <dgm:cxn modelId="{DECA1DF7-A091-444D-9337-EEE161EE1273}" type="presOf" srcId="{90D26952-82E4-3D40-80BF-0ACF4BA68BE9}" destId="{79F912CB-B871-E943-A009-6BFB7C08D2A1}" srcOrd="0" destOrd="0" presId="urn:microsoft.com/office/officeart/2008/layout/NameandTitleOrganizationalChart"/>
    <dgm:cxn modelId="{F91A6AAA-FD7E-BA42-8A69-D1BCAEC4DE5D}" type="presParOf" srcId="{918EE4E8-7297-5D40-B8F2-D9C8194B06D3}" destId="{E4156840-43D0-174F-865A-169293B74785}" srcOrd="0" destOrd="0" presId="urn:microsoft.com/office/officeart/2008/layout/NameandTitleOrganizationalChart"/>
    <dgm:cxn modelId="{42AE63F1-2956-D145-91D4-6DAFAAFAD16D}" type="presParOf" srcId="{E4156840-43D0-174F-865A-169293B74785}" destId="{2AFF4761-EE64-A542-B679-35F6E2B8BFBB}" srcOrd="0" destOrd="0" presId="urn:microsoft.com/office/officeart/2008/layout/NameandTitleOrganizationalChart"/>
    <dgm:cxn modelId="{469D10FC-7A06-2D40-BE7B-213176969EB0}" type="presParOf" srcId="{2AFF4761-EE64-A542-B679-35F6E2B8BFBB}" destId="{F9314137-E4F2-3D4C-8A65-24670A808680}" srcOrd="0" destOrd="0" presId="urn:microsoft.com/office/officeart/2008/layout/NameandTitleOrganizationalChart"/>
    <dgm:cxn modelId="{3BC03B1A-2753-9748-AAF0-BB5F27BF365D}" type="presParOf" srcId="{2AFF4761-EE64-A542-B679-35F6E2B8BFBB}" destId="{1347DC7D-4AF4-5E43-8315-7481D9455804}" srcOrd="1" destOrd="0" presId="urn:microsoft.com/office/officeart/2008/layout/NameandTitleOrganizationalChart"/>
    <dgm:cxn modelId="{F2B52AB1-B730-A142-9A92-1A4EF9253CD5}" type="presParOf" srcId="{2AFF4761-EE64-A542-B679-35F6E2B8BFBB}" destId="{F747BAD9-4043-CC4C-BFDE-3719E8AF484A}" srcOrd="2" destOrd="0" presId="urn:microsoft.com/office/officeart/2008/layout/NameandTitleOrganizationalChart"/>
    <dgm:cxn modelId="{6ECA9191-071C-8F4C-84B4-2E2556D26BB7}" type="presParOf" srcId="{E4156840-43D0-174F-865A-169293B74785}" destId="{1CAFD2F5-2D1A-E244-9E94-1D414AFC84B5}" srcOrd="1" destOrd="0" presId="urn:microsoft.com/office/officeart/2008/layout/NameandTitleOrganizationalChart"/>
    <dgm:cxn modelId="{ACA24665-2F66-E949-BC5A-0282D4A58D6A}" type="presParOf" srcId="{1CAFD2F5-2D1A-E244-9E94-1D414AFC84B5}" destId="{DDA0C070-CE9F-F143-9F23-55DB1DEAABE5}" srcOrd="0" destOrd="0" presId="urn:microsoft.com/office/officeart/2008/layout/NameandTitleOrganizationalChart"/>
    <dgm:cxn modelId="{6FFD4419-CC5A-8943-88BE-6A79A10BA08A}" type="presParOf" srcId="{1CAFD2F5-2D1A-E244-9E94-1D414AFC84B5}" destId="{FCC40917-B402-3A4F-9DB6-A5723AB4617E}" srcOrd="1" destOrd="0" presId="urn:microsoft.com/office/officeart/2008/layout/NameandTitleOrganizationalChart"/>
    <dgm:cxn modelId="{7EEE128C-E085-434A-91A8-167B20990B97}" type="presParOf" srcId="{FCC40917-B402-3A4F-9DB6-A5723AB4617E}" destId="{C6DE42BE-8E7D-C44D-A9F4-56D03432BB89}" srcOrd="0" destOrd="0" presId="urn:microsoft.com/office/officeart/2008/layout/NameandTitleOrganizationalChart"/>
    <dgm:cxn modelId="{791B3A21-7B4A-3349-94E2-72FCC7FCADE6}" type="presParOf" srcId="{C6DE42BE-8E7D-C44D-A9F4-56D03432BB89}" destId="{E2CE50B5-94E2-DD41-AA39-D5C0E280B949}" srcOrd="0" destOrd="0" presId="urn:microsoft.com/office/officeart/2008/layout/NameandTitleOrganizationalChart"/>
    <dgm:cxn modelId="{9CEDB40E-1A03-BF47-BAC8-6E97E8DAB761}" type="presParOf" srcId="{C6DE42BE-8E7D-C44D-A9F4-56D03432BB89}" destId="{911E9C21-5923-2B4D-8218-898A5DEDCEB7}" srcOrd="1" destOrd="0" presId="urn:microsoft.com/office/officeart/2008/layout/NameandTitleOrganizationalChart"/>
    <dgm:cxn modelId="{F0376F60-1AEE-7B45-9F40-731D2115CA02}" type="presParOf" srcId="{C6DE42BE-8E7D-C44D-A9F4-56D03432BB89}" destId="{1AD3D879-96CE-9146-BB55-64A3C75BBB1F}" srcOrd="2" destOrd="0" presId="urn:microsoft.com/office/officeart/2008/layout/NameandTitleOrganizationalChart"/>
    <dgm:cxn modelId="{6294D8A8-3815-9447-9A02-56C3B8083CF6}" type="presParOf" srcId="{FCC40917-B402-3A4F-9DB6-A5723AB4617E}" destId="{948BE965-715D-6D46-9EA1-8375BE8F48A1}" srcOrd="1" destOrd="0" presId="urn:microsoft.com/office/officeart/2008/layout/NameandTitleOrganizationalChart"/>
    <dgm:cxn modelId="{5C473003-20A2-2644-A9D2-79BCFA2E4671}" type="presParOf" srcId="{FCC40917-B402-3A4F-9DB6-A5723AB4617E}" destId="{12123942-A476-3F49-B2C1-DC231760A958}" srcOrd="2" destOrd="0" presId="urn:microsoft.com/office/officeart/2008/layout/NameandTitleOrganizationalChart"/>
    <dgm:cxn modelId="{6AC6B68E-E925-E74F-8BE3-576BBC9717D1}" type="presParOf" srcId="{1CAFD2F5-2D1A-E244-9E94-1D414AFC84B5}" destId="{79F912CB-B871-E943-A009-6BFB7C08D2A1}" srcOrd="2" destOrd="0" presId="urn:microsoft.com/office/officeart/2008/layout/NameandTitleOrganizationalChart"/>
    <dgm:cxn modelId="{9655A59D-0F6E-984F-8E99-18D5A6A0747B}" type="presParOf" srcId="{1CAFD2F5-2D1A-E244-9E94-1D414AFC84B5}" destId="{2624E466-350A-D849-AF9F-A9524E9C8915}" srcOrd="3" destOrd="0" presId="urn:microsoft.com/office/officeart/2008/layout/NameandTitleOrganizationalChart"/>
    <dgm:cxn modelId="{DFDFFB57-257D-B740-A7C9-CD3812DF0D0B}" type="presParOf" srcId="{2624E466-350A-D849-AF9F-A9524E9C8915}" destId="{84F2FE0B-73B6-884F-9BDC-89F001D2C1A7}" srcOrd="0" destOrd="0" presId="urn:microsoft.com/office/officeart/2008/layout/NameandTitleOrganizationalChart"/>
    <dgm:cxn modelId="{E9C16F92-0EC0-C048-91D7-4EDA154B7EAE}" type="presParOf" srcId="{84F2FE0B-73B6-884F-9BDC-89F001D2C1A7}" destId="{50FB79E2-175C-6043-99BE-88503D4EA79F}" srcOrd="0" destOrd="0" presId="urn:microsoft.com/office/officeart/2008/layout/NameandTitleOrganizationalChart"/>
    <dgm:cxn modelId="{9C176001-89AA-1B46-A3E3-F9A8A95A3D7B}" type="presParOf" srcId="{84F2FE0B-73B6-884F-9BDC-89F001D2C1A7}" destId="{2B3177EE-12EC-CC4B-86F9-8F6C811CB028}" srcOrd="1" destOrd="0" presId="urn:microsoft.com/office/officeart/2008/layout/NameandTitleOrganizationalChart"/>
    <dgm:cxn modelId="{2ECA4FEC-90E5-8B41-83E8-78C1084738B6}" type="presParOf" srcId="{84F2FE0B-73B6-884F-9BDC-89F001D2C1A7}" destId="{776BA0EF-BEF5-5A49-9FDC-19EAF1D8BB60}" srcOrd="2" destOrd="0" presId="urn:microsoft.com/office/officeart/2008/layout/NameandTitleOrganizationalChart"/>
    <dgm:cxn modelId="{8617B0E1-E6E1-9541-9880-13FF2AE8F619}" type="presParOf" srcId="{2624E466-350A-D849-AF9F-A9524E9C8915}" destId="{817D1DC2-3E10-F745-8BE1-1A351A0017B2}" srcOrd="1" destOrd="0" presId="urn:microsoft.com/office/officeart/2008/layout/NameandTitleOrganizationalChart"/>
    <dgm:cxn modelId="{18386E17-16A2-B747-9664-D1458BDD454C}" type="presParOf" srcId="{817D1DC2-3E10-F745-8BE1-1A351A0017B2}" destId="{82D17EA7-FC3B-624D-A479-8D812CE0EC57}" srcOrd="0" destOrd="0" presId="urn:microsoft.com/office/officeart/2008/layout/NameandTitleOrganizationalChart"/>
    <dgm:cxn modelId="{597EDFAF-4487-2641-AFE5-7DAF68A4ACF5}" type="presParOf" srcId="{817D1DC2-3E10-F745-8BE1-1A351A0017B2}" destId="{8B460885-107C-B847-8584-5F6C59264ABC}" srcOrd="1" destOrd="0" presId="urn:microsoft.com/office/officeart/2008/layout/NameandTitleOrganizationalChart"/>
    <dgm:cxn modelId="{6D31D857-1C15-1C40-810B-BD13B4732A3D}" type="presParOf" srcId="{8B460885-107C-B847-8584-5F6C59264ABC}" destId="{64A522E7-579B-C84B-BDAA-C29824641406}" srcOrd="0" destOrd="0" presId="urn:microsoft.com/office/officeart/2008/layout/NameandTitleOrganizationalChart"/>
    <dgm:cxn modelId="{9607A5F3-39D1-464D-A779-C81A626D61CD}" type="presParOf" srcId="{64A522E7-579B-C84B-BDAA-C29824641406}" destId="{21E448FA-906D-E64F-AF79-992DF2B63002}" srcOrd="0" destOrd="0" presId="urn:microsoft.com/office/officeart/2008/layout/NameandTitleOrganizationalChart"/>
    <dgm:cxn modelId="{A297BBEB-2644-114F-B540-1D18162BB02F}" type="presParOf" srcId="{64A522E7-579B-C84B-BDAA-C29824641406}" destId="{DE06B1E3-E09B-3B4A-B48C-5FE8545986C3}" srcOrd="1" destOrd="0" presId="urn:microsoft.com/office/officeart/2008/layout/NameandTitleOrganizationalChart"/>
    <dgm:cxn modelId="{8A91EBD6-CCA8-F64C-9286-F842160227D0}" type="presParOf" srcId="{64A522E7-579B-C84B-BDAA-C29824641406}" destId="{B5FB0758-AE4A-C545-A450-06170ED84F65}" srcOrd="2" destOrd="0" presId="urn:microsoft.com/office/officeart/2008/layout/NameandTitleOrganizationalChart"/>
    <dgm:cxn modelId="{87008E99-23AD-F74B-B923-66D232B09670}" type="presParOf" srcId="{8B460885-107C-B847-8584-5F6C59264ABC}" destId="{ED58E338-3E22-4144-A915-F9DD9B8F5E84}" srcOrd="1" destOrd="0" presId="urn:microsoft.com/office/officeart/2008/layout/NameandTitleOrganizationalChart"/>
    <dgm:cxn modelId="{664840B8-3B7B-AD49-A0DA-1D40B6BA4339}" type="presParOf" srcId="{8B460885-107C-B847-8584-5F6C59264ABC}" destId="{F95DE54F-8941-FF4F-910D-12AB6BAC3382}" srcOrd="2" destOrd="0" presId="urn:microsoft.com/office/officeart/2008/layout/NameandTitleOrganizationalChart"/>
    <dgm:cxn modelId="{83BC1D28-FD0C-8A42-9826-2E845F11768D}" type="presParOf" srcId="{817D1DC2-3E10-F745-8BE1-1A351A0017B2}" destId="{0224D4CA-5849-7A42-B171-053CB2E6C84A}" srcOrd="2" destOrd="0" presId="urn:microsoft.com/office/officeart/2008/layout/NameandTitleOrganizationalChart"/>
    <dgm:cxn modelId="{B09036BB-1FA5-AB4D-92D2-B78AA987FB72}" type="presParOf" srcId="{817D1DC2-3E10-F745-8BE1-1A351A0017B2}" destId="{2054BEFE-72B3-9F4D-B2ED-16EB496B4A7D}" srcOrd="3" destOrd="0" presId="urn:microsoft.com/office/officeart/2008/layout/NameandTitleOrganizationalChart"/>
    <dgm:cxn modelId="{1563735F-1F48-4645-87F8-8F32371F8C3C}" type="presParOf" srcId="{2054BEFE-72B3-9F4D-B2ED-16EB496B4A7D}" destId="{AF2FEF2F-2AB9-0A41-A5A7-1F7916013E74}" srcOrd="0" destOrd="0" presId="urn:microsoft.com/office/officeart/2008/layout/NameandTitleOrganizationalChart"/>
    <dgm:cxn modelId="{AFD2AFAD-2C40-DE4C-A721-771AE0026D10}" type="presParOf" srcId="{AF2FEF2F-2AB9-0A41-A5A7-1F7916013E74}" destId="{791775AD-B8E9-2644-8CE1-BF192A880689}" srcOrd="0" destOrd="0" presId="urn:microsoft.com/office/officeart/2008/layout/NameandTitleOrganizationalChart"/>
    <dgm:cxn modelId="{69415BB4-4B3C-B24E-AE00-FE7C1001DDFB}" type="presParOf" srcId="{AF2FEF2F-2AB9-0A41-A5A7-1F7916013E74}" destId="{3D418AF1-C1B3-C24C-A7F4-8950EB54E840}" srcOrd="1" destOrd="0" presId="urn:microsoft.com/office/officeart/2008/layout/NameandTitleOrganizationalChart"/>
    <dgm:cxn modelId="{14E9E3FF-4A56-AF49-8E05-BA61258733ED}" type="presParOf" srcId="{AF2FEF2F-2AB9-0A41-A5A7-1F7916013E74}" destId="{67B36177-C56A-D042-9FF0-58460494D967}" srcOrd="2" destOrd="0" presId="urn:microsoft.com/office/officeart/2008/layout/NameandTitleOrganizationalChart"/>
    <dgm:cxn modelId="{D5356967-B5E5-7D43-8961-BA31BE9F2C0B}" type="presParOf" srcId="{2054BEFE-72B3-9F4D-B2ED-16EB496B4A7D}" destId="{6470ABED-4BD6-7B47-8CD2-7EFFFC11E897}" srcOrd="1" destOrd="0" presId="urn:microsoft.com/office/officeart/2008/layout/NameandTitleOrganizationalChart"/>
    <dgm:cxn modelId="{9B8B1865-8E97-8146-8240-2BD2FD547CEA}" type="presParOf" srcId="{2054BEFE-72B3-9F4D-B2ED-16EB496B4A7D}" destId="{173638CC-261C-FE40-898E-53A448ACBA47}" srcOrd="2" destOrd="0" presId="urn:microsoft.com/office/officeart/2008/layout/NameandTitleOrganizationalChart"/>
    <dgm:cxn modelId="{0DB009C0-A1CE-8F45-A261-5C49105D5910}" type="presParOf" srcId="{2624E466-350A-D849-AF9F-A9524E9C8915}" destId="{F4EBD50F-A667-3045-AE74-6164958CDF12}" srcOrd="2" destOrd="0" presId="urn:microsoft.com/office/officeart/2008/layout/NameandTitleOrganizationalChart"/>
    <dgm:cxn modelId="{6F13243A-B530-6A4B-B9D0-48C9A8E3F68A}" type="presParOf" srcId="{1CAFD2F5-2D1A-E244-9E94-1D414AFC84B5}" destId="{3EB20C4E-C168-2C47-9EA3-0173AB662BA8}" srcOrd="4" destOrd="0" presId="urn:microsoft.com/office/officeart/2008/layout/NameandTitleOrganizationalChart"/>
    <dgm:cxn modelId="{2D14FAA0-C25A-2145-BFC8-CA3E4DB3DA83}" type="presParOf" srcId="{1CAFD2F5-2D1A-E244-9E94-1D414AFC84B5}" destId="{303D9246-6B10-554E-BC66-B490952CCA7C}" srcOrd="5" destOrd="0" presId="urn:microsoft.com/office/officeart/2008/layout/NameandTitleOrganizationalChart"/>
    <dgm:cxn modelId="{C197A6C9-3A58-2948-A019-D6A2DF24BBC8}" type="presParOf" srcId="{303D9246-6B10-554E-BC66-B490952CCA7C}" destId="{FDB7C316-BB1B-8849-9CD2-D8D7043238A1}" srcOrd="0" destOrd="0" presId="urn:microsoft.com/office/officeart/2008/layout/NameandTitleOrganizationalChart"/>
    <dgm:cxn modelId="{78D06B28-392F-C648-A943-8A5BBC3CAC8A}" type="presParOf" srcId="{FDB7C316-BB1B-8849-9CD2-D8D7043238A1}" destId="{CBFCE435-C6AE-E449-A5CF-C8CEAA2FC28B}" srcOrd="0" destOrd="0" presId="urn:microsoft.com/office/officeart/2008/layout/NameandTitleOrganizationalChart"/>
    <dgm:cxn modelId="{90BED02A-17BA-BE42-9034-BBB8FF5664C2}" type="presParOf" srcId="{FDB7C316-BB1B-8849-9CD2-D8D7043238A1}" destId="{7374A6AC-0145-1441-BF44-4EE8C93D39BE}" srcOrd="1" destOrd="0" presId="urn:microsoft.com/office/officeart/2008/layout/NameandTitleOrganizationalChart"/>
    <dgm:cxn modelId="{85DD276B-EE4A-7840-88C3-DAADF8426D9A}" type="presParOf" srcId="{FDB7C316-BB1B-8849-9CD2-D8D7043238A1}" destId="{1ECC01AB-6711-A249-9F9A-71D5FD043397}" srcOrd="2" destOrd="0" presId="urn:microsoft.com/office/officeart/2008/layout/NameandTitleOrganizationalChart"/>
    <dgm:cxn modelId="{0714DB80-9FB6-D949-814C-360F66BDCB29}" type="presParOf" srcId="{303D9246-6B10-554E-BC66-B490952CCA7C}" destId="{2722E311-C8A7-0843-BD02-0B1AB2032907}" srcOrd="1" destOrd="0" presId="urn:microsoft.com/office/officeart/2008/layout/NameandTitleOrganizationalChart"/>
    <dgm:cxn modelId="{EE0E7E6A-5D54-EE4F-AC52-FB2595D649CE}" type="presParOf" srcId="{2722E311-C8A7-0843-BD02-0B1AB2032907}" destId="{25280A67-76C9-CF48-94E4-DB7ACBEC6EA2}" srcOrd="0" destOrd="0" presId="urn:microsoft.com/office/officeart/2008/layout/NameandTitleOrganizationalChart"/>
    <dgm:cxn modelId="{74061DF4-C7A0-BA42-85E3-47926862B41D}" type="presParOf" srcId="{2722E311-C8A7-0843-BD02-0B1AB2032907}" destId="{8F43392A-CA50-3547-95F3-AEA35CA59495}" srcOrd="1" destOrd="0" presId="urn:microsoft.com/office/officeart/2008/layout/NameandTitleOrganizationalChart"/>
    <dgm:cxn modelId="{13D2851E-7153-DB41-8096-7BFAE41EBF48}" type="presParOf" srcId="{8F43392A-CA50-3547-95F3-AEA35CA59495}" destId="{7C9C5192-4BFA-A04F-815F-0D7F081064B5}" srcOrd="0" destOrd="0" presId="urn:microsoft.com/office/officeart/2008/layout/NameandTitleOrganizationalChart"/>
    <dgm:cxn modelId="{53F7DE00-41A9-0649-A2FA-F3DF918C98AC}" type="presParOf" srcId="{7C9C5192-4BFA-A04F-815F-0D7F081064B5}" destId="{FA51453F-E189-DE47-9453-7928C923030B}" srcOrd="0" destOrd="0" presId="urn:microsoft.com/office/officeart/2008/layout/NameandTitleOrganizationalChart"/>
    <dgm:cxn modelId="{655BD48C-9751-2744-8C54-EB8C395F6676}" type="presParOf" srcId="{7C9C5192-4BFA-A04F-815F-0D7F081064B5}" destId="{C1CDE55D-F587-0F46-9C73-49C899CC1605}" srcOrd="1" destOrd="0" presId="urn:microsoft.com/office/officeart/2008/layout/NameandTitleOrganizationalChart"/>
    <dgm:cxn modelId="{B4AA115A-3DF8-B749-8C4D-24CA9A6612A0}" type="presParOf" srcId="{7C9C5192-4BFA-A04F-815F-0D7F081064B5}" destId="{45B4E835-BDF1-4E48-AC52-FF36535FCD75}" srcOrd="2" destOrd="0" presId="urn:microsoft.com/office/officeart/2008/layout/NameandTitleOrganizationalChart"/>
    <dgm:cxn modelId="{0E06B93D-9C9C-B246-BE1B-E46914B2B425}" type="presParOf" srcId="{8F43392A-CA50-3547-95F3-AEA35CA59495}" destId="{BC677369-5FE2-6F4C-9FD4-32BF7E0FE028}" srcOrd="1" destOrd="0" presId="urn:microsoft.com/office/officeart/2008/layout/NameandTitleOrganizationalChart"/>
    <dgm:cxn modelId="{0F118AC1-AD2B-FE4C-941C-FFF7CC8E08BD}" type="presParOf" srcId="{8F43392A-CA50-3547-95F3-AEA35CA59495}" destId="{C586B744-4296-0B46-A437-C48F26819AB2}" srcOrd="2" destOrd="0" presId="urn:microsoft.com/office/officeart/2008/layout/NameandTitleOrganizationalChart"/>
    <dgm:cxn modelId="{B22AE591-3C8D-5D44-ABDE-481D5B3706B3}" type="presParOf" srcId="{303D9246-6B10-554E-BC66-B490952CCA7C}" destId="{64990CA2-A80E-E743-A5AD-357237834C7C}" srcOrd="2" destOrd="0" presId="urn:microsoft.com/office/officeart/2008/layout/NameandTitleOrganizationalChart"/>
    <dgm:cxn modelId="{B98A5323-3ECF-2642-A605-B0E9A91E3D8B}" type="presParOf" srcId="{1CAFD2F5-2D1A-E244-9E94-1D414AFC84B5}" destId="{B8F8652F-802E-2743-9975-E8FEF37F49E1}" srcOrd="6" destOrd="0" presId="urn:microsoft.com/office/officeart/2008/layout/NameandTitleOrganizationalChart"/>
    <dgm:cxn modelId="{C69EE9DC-959F-CD4F-875B-944DF75E3DE0}" type="presParOf" srcId="{1CAFD2F5-2D1A-E244-9E94-1D414AFC84B5}" destId="{E870B0C6-540C-5D46-9409-CB7DADEEC2D1}" srcOrd="7" destOrd="0" presId="urn:microsoft.com/office/officeart/2008/layout/NameandTitleOrganizationalChart"/>
    <dgm:cxn modelId="{3CCB78FE-F045-6D4C-9B66-BBA342A2CB92}" type="presParOf" srcId="{E870B0C6-540C-5D46-9409-CB7DADEEC2D1}" destId="{7F628B63-ABD0-B841-A714-C8A718D9BA1E}" srcOrd="0" destOrd="0" presId="urn:microsoft.com/office/officeart/2008/layout/NameandTitleOrganizationalChart"/>
    <dgm:cxn modelId="{A6B2BB99-9998-1845-AB8D-8FBFECFD83E2}" type="presParOf" srcId="{7F628B63-ABD0-B841-A714-C8A718D9BA1E}" destId="{4DB775DB-C27C-244A-A787-82A758F795FF}" srcOrd="0" destOrd="0" presId="urn:microsoft.com/office/officeart/2008/layout/NameandTitleOrganizationalChart"/>
    <dgm:cxn modelId="{FE81B7D2-8C1C-B04E-B7E0-315C238BE982}" type="presParOf" srcId="{7F628B63-ABD0-B841-A714-C8A718D9BA1E}" destId="{17460135-3B8C-4D41-A599-31A5BE1C7AED}" srcOrd="1" destOrd="0" presId="urn:microsoft.com/office/officeart/2008/layout/NameandTitleOrganizationalChart"/>
    <dgm:cxn modelId="{0DA7B473-3F32-5242-B22E-451B581D670F}" type="presParOf" srcId="{7F628B63-ABD0-B841-A714-C8A718D9BA1E}" destId="{073539D9-BDCF-CE48-97EA-566D64A11088}" srcOrd="2" destOrd="0" presId="urn:microsoft.com/office/officeart/2008/layout/NameandTitleOrganizationalChart"/>
    <dgm:cxn modelId="{ED428CA3-D350-8B4E-8C96-CA2B15B4710B}" type="presParOf" srcId="{E870B0C6-540C-5D46-9409-CB7DADEEC2D1}" destId="{2EA10AB4-B38F-3849-8B52-D0F79AAAD797}" srcOrd="1" destOrd="0" presId="urn:microsoft.com/office/officeart/2008/layout/NameandTitleOrganizationalChart"/>
    <dgm:cxn modelId="{E885866A-1FE0-C24F-AB4C-16DA0C13A852}" type="presParOf" srcId="{2EA10AB4-B38F-3849-8B52-D0F79AAAD797}" destId="{676B4FBA-E251-D947-9196-677CB66EB414}" srcOrd="0" destOrd="0" presId="urn:microsoft.com/office/officeart/2008/layout/NameandTitleOrganizationalChart"/>
    <dgm:cxn modelId="{14F76CC0-B334-D849-95C4-41E0C0109049}" type="presParOf" srcId="{2EA10AB4-B38F-3849-8B52-D0F79AAAD797}" destId="{62CF89AD-DD78-E942-BBC4-73606CA262C1}" srcOrd="1" destOrd="0" presId="urn:microsoft.com/office/officeart/2008/layout/NameandTitleOrganizationalChart"/>
    <dgm:cxn modelId="{8AF1EC0B-7A98-554E-9136-06218924D29E}" type="presParOf" srcId="{62CF89AD-DD78-E942-BBC4-73606CA262C1}" destId="{4C632C15-FF8F-D442-8CBA-DD008F51E8C2}" srcOrd="0" destOrd="0" presId="urn:microsoft.com/office/officeart/2008/layout/NameandTitleOrganizationalChart"/>
    <dgm:cxn modelId="{83F06802-B2CD-064D-A69B-839565AA5B9D}" type="presParOf" srcId="{4C632C15-FF8F-D442-8CBA-DD008F51E8C2}" destId="{52BF8A39-E268-F642-9DAD-91171E75B20F}" srcOrd="0" destOrd="0" presId="urn:microsoft.com/office/officeart/2008/layout/NameandTitleOrganizationalChart"/>
    <dgm:cxn modelId="{EA9FFDC8-8B3E-A642-A303-34543A679E87}" type="presParOf" srcId="{4C632C15-FF8F-D442-8CBA-DD008F51E8C2}" destId="{0891553F-8B87-9B4D-9C84-8C5C2C4443F4}" srcOrd="1" destOrd="0" presId="urn:microsoft.com/office/officeart/2008/layout/NameandTitleOrganizationalChart"/>
    <dgm:cxn modelId="{D40193E7-F2C4-494A-88B1-49CA0CA032DF}" type="presParOf" srcId="{4C632C15-FF8F-D442-8CBA-DD008F51E8C2}" destId="{57A1DB60-6D45-E845-8B2C-A829086E5980}" srcOrd="2" destOrd="0" presId="urn:microsoft.com/office/officeart/2008/layout/NameandTitleOrganizationalChart"/>
    <dgm:cxn modelId="{8F127AC2-0819-B84D-A14A-7F59B2836ADF}" type="presParOf" srcId="{62CF89AD-DD78-E942-BBC4-73606CA262C1}" destId="{23D13976-63E7-1C42-8C8C-7C021B1A3F87}" srcOrd="1" destOrd="0" presId="urn:microsoft.com/office/officeart/2008/layout/NameandTitleOrganizationalChart"/>
    <dgm:cxn modelId="{D3CF5A29-B4B6-D648-B342-43E5EDB9D64A}" type="presParOf" srcId="{62CF89AD-DD78-E942-BBC4-73606CA262C1}" destId="{4A21176B-3EF2-7D4F-8A83-10CC3E84F444}" srcOrd="2" destOrd="0" presId="urn:microsoft.com/office/officeart/2008/layout/NameandTitleOrganizationalChart"/>
    <dgm:cxn modelId="{9C459E49-CEC6-D646-A1A5-219C91E2AD92}" type="presParOf" srcId="{E870B0C6-540C-5D46-9409-CB7DADEEC2D1}" destId="{F27C0BDB-1D6D-FA4A-A491-100D15B6D33B}" srcOrd="2" destOrd="0" presId="urn:microsoft.com/office/officeart/2008/layout/NameandTitleOrganizationalChart"/>
    <dgm:cxn modelId="{95F865CB-167E-4647-B09A-470F5042DE44}" type="presParOf" srcId="{E4156840-43D0-174F-865A-169293B74785}" destId="{954B4017-85AE-FE4E-A36A-7C83AD59D0CC}" srcOrd="2" destOrd="0" presId="urn:microsoft.com/office/officeart/2008/layout/NameandTitleOrganizationalChart"/>
    <dgm:cxn modelId="{0DC66830-51F3-3542-A799-6F0A2F323D3C}" type="presParOf" srcId="{954B4017-85AE-FE4E-A36A-7C83AD59D0CC}" destId="{31907B83-C836-8A4A-A48A-9DD49D80F162}" srcOrd="0" destOrd="0" presId="urn:microsoft.com/office/officeart/2008/layout/NameandTitleOrganizationalChart"/>
    <dgm:cxn modelId="{9324CE4C-3CF0-EC4A-93CA-BD1F46B1082B}" type="presParOf" srcId="{954B4017-85AE-FE4E-A36A-7C83AD59D0CC}" destId="{114441BC-8C93-FA41-8719-5B1B54715D63}" srcOrd="1" destOrd="0" presId="urn:microsoft.com/office/officeart/2008/layout/NameandTitleOrganizationalChart"/>
    <dgm:cxn modelId="{5631B928-7CD5-F54C-8C45-726B0E377FA2}" type="presParOf" srcId="{114441BC-8C93-FA41-8719-5B1B54715D63}" destId="{D82F504D-F1A2-E34C-AB7D-9ED793388A0A}" srcOrd="0" destOrd="0" presId="urn:microsoft.com/office/officeart/2008/layout/NameandTitleOrganizationalChart"/>
    <dgm:cxn modelId="{0AE13610-97FD-5A43-94CB-99799556A762}" type="presParOf" srcId="{D82F504D-F1A2-E34C-AB7D-9ED793388A0A}" destId="{D4669CB2-A470-0E47-BFA1-34C9F15B8A10}" srcOrd="0" destOrd="0" presId="urn:microsoft.com/office/officeart/2008/layout/NameandTitleOrganizationalChart"/>
    <dgm:cxn modelId="{C8089D5A-D003-1548-9673-662AD1004010}" type="presParOf" srcId="{D82F504D-F1A2-E34C-AB7D-9ED793388A0A}" destId="{9DEC4202-755A-2344-8796-6F2918EB0F12}" srcOrd="1" destOrd="0" presId="urn:microsoft.com/office/officeart/2008/layout/NameandTitleOrganizationalChart"/>
    <dgm:cxn modelId="{77E5B15E-DB14-0C44-B7BC-E2A84EB581F6}" type="presParOf" srcId="{D82F504D-F1A2-E34C-AB7D-9ED793388A0A}" destId="{51350E0A-6637-C649-A579-75E70A421C45}" srcOrd="2" destOrd="0" presId="urn:microsoft.com/office/officeart/2008/layout/NameandTitleOrganizationalChart"/>
    <dgm:cxn modelId="{E8748B3A-6662-A545-A229-DAD6CF193AB7}" type="presParOf" srcId="{114441BC-8C93-FA41-8719-5B1B54715D63}" destId="{BF4B613E-57CB-3F43-A5D8-B86B43A670D4}" srcOrd="1" destOrd="0" presId="urn:microsoft.com/office/officeart/2008/layout/NameandTitleOrganizationalChart"/>
    <dgm:cxn modelId="{DDB77E0A-2486-454B-8220-6C0D9C7B6F75}" type="presParOf" srcId="{114441BC-8C93-FA41-8719-5B1B54715D63}" destId="{4A7C60E3-A6C4-C848-8D15-1EC4B888FEF3}" srcOrd="2" destOrd="0" presId="urn:microsoft.com/office/officeart/2008/layout/NameandTitleOrganizationalChart"/>
    <dgm:cxn modelId="{B3D07A04-4BB2-2B46-8162-E265877E2C2E}" type="presParOf" srcId="{954B4017-85AE-FE4E-A36A-7C83AD59D0CC}" destId="{59A9FE09-59E2-8447-9BB3-26490B2BC205}" srcOrd="2" destOrd="0" presId="urn:microsoft.com/office/officeart/2008/layout/NameandTitleOrganizationalChart"/>
    <dgm:cxn modelId="{0BF9ABCB-5183-FD44-BDE2-F86DA971D282}" type="presParOf" srcId="{954B4017-85AE-FE4E-A36A-7C83AD59D0CC}" destId="{1A2080FB-B194-2E43-906B-DAE5688CCA33}" srcOrd="3" destOrd="0" presId="urn:microsoft.com/office/officeart/2008/layout/NameandTitleOrganizationalChart"/>
    <dgm:cxn modelId="{A166178E-F4E3-9741-A083-558AE4714CEE}" type="presParOf" srcId="{1A2080FB-B194-2E43-906B-DAE5688CCA33}" destId="{DCEBBEB6-CCB4-8D4D-B6AE-69E793E75253}" srcOrd="0" destOrd="0" presId="urn:microsoft.com/office/officeart/2008/layout/NameandTitleOrganizationalChart"/>
    <dgm:cxn modelId="{E03E5DBA-CEBF-0147-81FF-726EB93474EC}" type="presParOf" srcId="{DCEBBEB6-CCB4-8D4D-B6AE-69E793E75253}" destId="{899F5B13-6EDA-6C40-B4A1-B92EBA9853F6}" srcOrd="0" destOrd="0" presId="urn:microsoft.com/office/officeart/2008/layout/NameandTitleOrganizationalChart"/>
    <dgm:cxn modelId="{81C3F130-45DE-3A45-8EBA-8A1604356A4B}" type="presParOf" srcId="{DCEBBEB6-CCB4-8D4D-B6AE-69E793E75253}" destId="{D307560B-580B-844A-AF85-49F62ACEE651}" srcOrd="1" destOrd="0" presId="urn:microsoft.com/office/officeart/2008/layout/NameandTitleOrganizationalChart"/>
    <dgm:cxn modelId="{65EAC452-C0C9-994A-AB3C-42BF7EBED906}" type="presParOf" srcId="{DCEBBEB6-CCB4-8D4D-B6AE-69E793E75253}" destId="{050ABBF3-6427-6A4D-8D47-CED06369BE98}" srcOrd="2" destOrd="0" presId="urn:microsoft.com/office/officeart/2008/layout/NameandTitleOrganizationalChart"/>
    <dgm:cxn modelId="{501506A4-6141-F94E-98AB-C827BE4E2A74}" type="presParOf" srcId="{1A2080FB-B194-2E43-906B-DAE5688CCA33}" destId="{3FC4ACDD-444A-5143-9980-C5C24CD821D2}" srcOrd="1" destOrd="0" presId="urn:microsoft.com/office/officeart/2008/layout/NameandTitleOrganizationalChart"/>
    <dgm:cxn modelId="{392BC273-E8D2-D84A-A2DA-45D263398738}" type="presParOf" srcId="{1A2080FB-B194-2E43-906B-DAE5688CCA33}" destId="{3428B259-8F6E-0348-A647-073538CA7091}" srcOrd="2" destOrd="0" presId="urn:microsoft.com/office/officeart/2008/layout/NameandTitleOrganizationalChart"/>
    <dgm:cxn modelId="{6C3CD82D-C333-314B-A735-16299A60C1A7}" type="presParOf" srcId="{954B4017-85AE-FE4E-A36A-7C83AD59D0CC}" destId="{6F698BA5-1D6D-1645-8C36-4A9F8C4BCA1E}" srcOrd="4" destOrd="0" presId="urn:microsoft.com/office/officeart/2008/layout/NameandTitleOrganizationalChart"/>
    <dgm:cxn modelId="{80AC8A92-E463-8648-85CB-6101D81292BE}" type="presParOf" srcId="{954B4017-85AE-FE4E-A36A-7C83AD59D0CC}" destId="{2F20B09E-F24A-A447-813F-E65DD2D58D19}" srcOrd="5" destOrd="0" presId="urn:microsoft.com/office/officeart/2008/layout/NameandTitleOrganizationalChart"/>
    <dgm:cxn modelId="{004DAE62-DCC3-5949-A444-8D50798CE0EB}" type="presParOf" srcId="{2F20B09E-F24A-A447-813F-E65DD2D58D19}" destId="{36D7159A-D991-C645-A108-6AFF50694ECE}" srcOrd="0" destOrd="0" presId="urn:microsoft.com/office/officeart/2008/layout/NameandTitleOrganizationalChart"/>
    <dgm:cxn modelId="{47782D4D-1AC3-FA45-A8A3-19197BCE18FF}" type="presParOf" srcId="{36D7159A-D991-C645-A108-6AFF50694ECE}" destId="{79363692-3A80-844B-A62D-3356CA3B8D88}" srcOrd="0" destOrd="0" presId="urn:microsoft.com/office/officeart/2008/layout/NameandTitleOrganizationalChart"/>
    <dgm:cxn modelId="{CF77514A-445F-C549-BF94-3E572E056A90}" type="presParOf" srcId="{36D7159A-D991-C645-A108-6AFF50694ECE}" destId="{54BD6DFF-D595-F041-A51A-5AF809A552C0}" srcOrd="1" destOrd="0" presId="urn:microsoft.com/office/officeart/2008/layout/NameandTitleOrganizationalChart"/>
    <dgm:cxn modelId="{5FE6E8A6-A32F-BB4B-8AE9-750283E01EBD}" type="presParOf" srcId="{36D7159A-D991-C645-A108-6AFF50694ECE}" destId="{1960F80A-C3B1-B349-A3F4-872B3D52F2C9}" srcOrd="2" destOrd="0" presId="urn:microsoft.com/office/officeart/2008/layout/NameandTitleOrganizationalChart"/>
    <dgm:cxn modelId="{C7359FFB-6A54-C04A-96A7-9E07C86481BF}" type="presParOf" srcId="{2F20B09E-F24A-A447-813F-E65DD2D58D19}" destId="{67098DCF-239C-EA4A-8701-5CF41F4BDC88}" srcOrd="1" destOrd="0" presId="urn:microsoft.com/office/officeart/2008/layout/NameandTitleOrganizationalChart"/>
    <dgm:cxn modelId="{E63E20AC-7817-1B41-A8BE-5D4730EC1778}" type="presParOf" srcId="{2F20B09E-F24A-A447-813F-E65DD2D58D19}" destId="{9831B57E-6C18-B84B-8FCC-4FD09B3C58B1}" srcOrd="2" destOrd="0" presId="urn:microsoft.com/office/officeart/2008/layout/NameandTitleOrganizational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E89C3DE-5A2D-1B40-9771-BEEE1DF11C4C}" type="doc">
      <dgm:prSet loTypeId="urn:microsoft.com/office/officeart/2008/layout/NameandTitleOrganizationalChart" loCatId="" qsTypeId="urn:microsoft.com/office/officeart/2005/8/quickstyle/simple1" qsCatId="simple" csTypeId="urn:microsoft.com/office/officeart/2005/8/colors/accent1_2" csCatId="accent1" phldr="1"/>
      <dgm:spPr/>
      <dgm:t>
        <a:bodyPr/>
        <a:lstStyle/>
        <a:p>
          <a:endParaRPr lang="en-US"/>
        </a:p>
      </dgm:t>
    </dgm:pt>
    <dgm:pt modelId="{36B28F06-E2BE-624C-8F56-6470175F83CC}">
      <dgm:prSet phldrT="[Text]" custT="1"/>
      <dgm:spPr/>
      <dgm:t>
        <a:bodyPr/>
        <a:lstStyle/>
        <a:p>
          <a:pPr rtl="0"/>
          <a:r>
            <a:rPr lang="en-US" sz="1800" dirty="0"/>
            <a:t>Clinical question</a:t>
          </a:r>
        </a:p>
      </dgm:t>
    </dgm:pt>
    <dgm:pt modelId="{8191AB61-3DB7-9E49-9997-77DBB8997CC2}" type="parTrans" cxnId="{95F9579F-E550-5F44-971C-0D1EAD632899}">
      <dgm:prSet/>
      <dgm:spPr/>
      <dgm:t>
        <a:bodyPr/>
        <a:lstStyle/>
        <a:p>
          <a:endParaRPr lang="en-US"/>
        </a:p>
      </dgm:t>
    </dgm:pt>
    <dgm:pt modelId="{E1F82241-1578-C743-B8F0-7574F0D7BCFD}" type="sibTrans" cxnId="{95F9579F-E550-5F44-971C-0D1EAD632899}">
      <dgm:prSet custT="1"/>
      <dgm:spPr/>
      <dgm:t>
        <a:bodyPr/>
        <a:lstStyle/>
        <a:p>
          <a:pPr algn="ctr"/>
          <a:r>
            <a:rPr lang="en-US" sz="1800" b="0" dirty="0">
              <a:solidFill>
                <a:schemeClr val="tx1"/>
              </a:solidFill>
              <a:latin typeface="Bitstream Charter"/>
              <a:ea typeface="Bitstream Charter"/>
              <a:cs typeface="Bitstream Charter"/>
            </a:rPr>
            <a:t>Can we detect early risk?</a:t>
          </a:r>
          <a:endParaRPr lang="en-US" sz="1800" dirty="0">
            <a:solidFill>
              <a:schemeClr val="tx1"/>
            </a:solidFill>
          </a:endParaRPr>
        </a:p>
      </dgm:t>
    </dgm:pt>
    <dgm:pt modelId="{5A912775-BD74-A246-B02C-63E5158977D1}" type="asst">
      <dgm:prSet phldrT="[Text]" custT="1"/>
      <dgm:spPr/>
      <dgm:t>
        <a:bodyPr/>
        <a:lstStyle/>
        <a:p>
          <a:pPr rtl="0"/>
          <a:r>
            <a:rPr lang="en-US" sz="1800" dirty="0"/>
            <a:t>Data Constraint</a:t>
          </a:r>
        </a:p>
      </dgm:t>
    </dgm:pt>
    <dgm:pt modelId="{0E3DB793-D065-8B43-B76D-1E6D57B3EACE}" type="parTrans" cxnId="{2ED7D8E6-59A6-2149-9DD1-042E4904E6AD}">
      <dgm:prSet/>
      <dgm:spPr/>
      <dgm:t>
        <a:bodyPr/>
        <a:lstStyle/>
        <a:p>
          <a:endParaRPr lang="en-US"/>
        </a:p>
      </dgm:t>
    </dgm:pt>
    <dgm:pt modelId="{80589D8E-F48D-154D-8D66-A8A4917E5A2D}" type="sibTrans" cxnId="{2ED7D8E6-59A6-2149-9DD1-042E4904E6AD}">
      <dgm:prSet custT="1"/>
      <dgm:spPr/>
      <dgm:t>
        <a:bodyPr/>
        <a:lstStyle/>
        <a:p>
          <a:pPr algn="l" rtl="0"/>
          <a:r>
            <a:rPr lang="en-US" sz="1800" dirty="0"/>
            <a:t>Only 200 HFpEF</a:t>
          </a:r>
        </a:p>
      </dgm:t>
    </dgm:pt>
    <dgm:pt modelId="{2B6F2729-184B-E141-B635-0F20F2861154}">
      <dgm:prSet phldrT="[Text]" custT="1"/>
      <dgm:spPr/>
      <dgm:t>
        <a:bodyPr/>
        <a:lstStyle/>
        <a:p>
          <a:pPr rtl="0"/>
          <a:r>
            <a:rPr lang="en-US" sz="2000" dirty="0"/>
            <a:t>Foundation models</a:t>
          </a:r>
        </a:p>
      </dgm:t>
    </dgm:pt>
    <dgm:pt modelId="{6D7F7FC2-D048-2240-8029-1A3304DAB8CC}" type="parTrans" cxnId="{BC402D94-393A-2049-A49C-CD15C2CB0136}">
      <dgm:prSet/>
      <dgm:spPr/>
      <dgm:t>
        <a:bodyPr/>
        <a:lstStyle/>
        <a:p>
          <a:endParaRPr lang="en-US"/>
        </a:p>
      </dgm:t>
    </dgm:pt>
    <dgm:pt modelId="{D055C170-25CF-DB4F-B649-587B4D6BCBF2}" type="sibTrans" cxnId="{BC402D94-393A-2049-A49C-CD15C2CB0136}">
      <dgm:prSet/>
      <dgm:spPr/>
      <dgm:t>
        <a:bodyPr/>
        <a:lstStyle/>
        <a:p>
          <a:pPr rtl="0"/>
          <a:r>
            <a:rPr lang="en-US" dirty="0"/>
            <a:t>Transformer-based</a:t>
          </a:r>
        </a:p>
      </dgm:t>
    </dgm:pt>
    <dgm:pt modelId="{9DCFA784-C87B-DC42-8245-2DC18F46A69D}">
      <dgm:prSet phldrT="[Text]" custT="1"/>
      <dgm:spPr/>
      <dgm:t>
        <a:bodyPr/>
        <a:lstStyle/>
        <a:p>
          <a:pPr rtl="0"/>
          <a:r>
            <a:rPr lang="en-US" sz="2000" dirty="0"/>
            <a:t>Domain Gap</a:t>
          </a:r>
        </a:p>
      </dgm:t>
    </dgm:pt>
    <dgm:pt modelId="{DAA5E491-19EA-564E-B457-6F84FA3FE870}" type="parTrans" cxnId="{5A710B1B-E71A-4849-88B0-C38AE51BB0EE}">
      <dgm:prSet/>
      <dgm:spPr/>
      <dgm:t>
        <a:bodyPr/>
        <a:lstStyle/>
        <a:p>
          <a:endParaRPr lang="en-US"/>
        </a:p>
      </dgm:t>
    </dgm:pt>
    <dgm:pt modelId="{3175C0CC-C6ED-FA49-BCB7-9EE44EA89C18}" type="sibTrans" cxnId="{5A710B1B-E71A-4849-88B0-C38AE51BB0EE}">
      <dgm:prSet/>
      <dgm:spPr/>
      <dgm:t>
        <a:bodyPr/>
        <a:lstStyle/>
        <a:p>
          <a:pPr rtl="0"/>
          <a:r>
            <a:rPr lang="en-US" dirty="0"/>
            <a:t>Distribution shift</a:t>
          </a:r>
        </a:p>
      </dgm:t>
    </dgm:pt>
    <dgm:pt modelId="{96E050E1-0B96-2143-917C-02C682900E97}">
      <dgm:prSet phldrT="[Text]" custT="1"/>
      <dgm:spPr/>
      <dgm:t>
        <a:bodyPr/>
        <a:lstStyle/>
        <a:p>
          <a:pPr rtl="0"/>
          <a:r>
            <a:rPr lang="en-US" sz="2000" dirty="0"/>
            <a:t>3D CNN models</a:t>
          </a:r>
        </a:p>
      </dgm:t>
    </dgm:pt>
    <dgm:pt modelId="{16F26C0F-6694-8C4F-B4EC-9DB2DDBC69F7}" type="sibTrans" cxnId="{B779C699-B6C1-CE44-A547-04EFBAE40C42}">
      <dgm:prSet/>
      <dgm:spPr/>
      <dgm:t>
        <a:bodyPr/>
        <a:lstStyle/>
        <a:p>
          <a:pPr algn="ctr" rtl="0"/>
          <a:r>
            <a:rPr lang="en-US" dirty="0"/>
            <a:t>3-way classification</a:t>
          </a:r>
        </a:p>
      </dgm:t>
    </dgm:pt>
    <dgm:pt modelId="{DDD45DF3-C08F-2143-A03F-4EE555D69DFE}" type="parTrans" cxnId="{B779C699-B6C1-CE44-A547-04EFBAE40C42}">
      <dgm:prSet/>
      <dgm:spPr/>
      <dgm:t>
        <a:bodyPr/>
        <a:lstStyle/>
        <a:p>
          <a:endParaRPr lang="en-US"/>
        </a:p>
      </dgm:t>
    </dgm:pt>
    <dgm:pt modelId="{1679CB31-27AA-5B4E-B956-DA77393261C7}" type="asst">
      <dgm:prSet phldrT="[Text]" custT="1"/>
      <dgm:spPr/>
      <dgm:t>
        <a:bodyPr/>
        <a:lstStyle/>
        <a:p>
          <a:pPr rtl="0"/>
          <a:r>
            <a:rPr lang="en-US" sz="1800" dirty="0"/>
            <a:t> Combine public Data</a:t>
          </a:r>
        </a:p>
      </dgm:t>
    </dgm:pt>
    <dgm:pt modelId="{D045CFBA-B572-A948-9C12-1B7EFF5DDBE4}" type="parTrans" cxnId="{0EE90A46-8D00-1E43-B6D4-5ADBBA3279B1}">
      <dgm:prSet/>
      <dgm:spPr/>
      <dgm:t>
        <a:bodyPr/>
        <a:lstStyle/>
        <a:p>
          <a:endParaRPr lang="en-US"/>
        </a:p>
      </dgm:t>
    </dgm:pt>
    <dgm:pt modelId="{1A2DDAEB-7E4B-7841-98A4-C7328AD6B359}" type="sibTrans" cxnId="{0EE90A46-8D00-1E43-B6D4-5ADBBA3279B1}">
      <dgm:prSet/>
      <dgm:spPr/>
      <dgm:t>
        <a:bodyPr/>
        <a:lstStyle/>
        <a:p>
          <a:pPr rtl="0"/>
          <a:r>
            <a:rPr lang="en-US" dirty="0" err="1"/>
            <a:t>HErEF</a:t>
          </a:r>
          <a:r>
            <a:rPr lang="en-US" dirty="0"/>
            <a:t> and Healthy</a:t>
          </a:r>
        </a:p>
      </dgm:t>
    </dgm:pt>
    <dgm:pt modelId="{D4528D36-6C28-2448-BE38-C78A670BD91D}" type="asst">
      <dgm:prSet phldrT="[Text]" custT="1"/>
      <dgm:spPr/>
      <dgm:t>
        <a:bodyPr/>
        <a:lstStyle/>
        <a:p>
          <a:pPr rtl="0"/>
          <a:r>
            <a:rPr lang="en-US" sz="1800" dirty="0"/>
            <a:t>New institutional Data</a:t>
          </a:r>
        </a:p>
      </dgm:t>
    </dgm:pt>
    <dgm:pt modelId="{11BC3677-EB46-5A4D-BA19-D945FFB163D6}" type="parTrans" cxnId="{28DAC435-2B5F-374D-B30C-4E66F479081E}">
      <dgm:prSet/>
      <dgm:spPr/>
      <dgm:t>
        <a:bodyPr/>
        <a:lstStyle/>
        <a:p>
          <a:endParaRPr lang="en-US"/>
        </a:p>
      </dgm:t>
    </dgm:pt>
    <dgm:pt modelId="{BEB5030E-43C9-E149-B9FF-06BE63F3B75B}" type="sibTrans" cxnId="{28DAC435-2B5F-374D-B30C-4E66F479081E}">
      <dgm:prSet/>
      <dgm:spPr/>
      <dgm:t>
        <a:bodyPr/>
        <a:lstStyle/>
        <a:p>
          <a:pPr rtl="0"/>
          <a:r>
            <a:rPr lang="en-US" dirty="0" err="1"/>
            <a:t>HErEF</a:t>
          </a:r>
          <a:r>
            <a:rPr lang="en-US" dirty="0"/>
            <a:t> and Healthy</a:t>
          </a:r>
        </a:p>
      </dgm:t>
    </dgm:pt>
    <dgm:pt modelId="{88D416C9-4399-764D-BA5D-F59F1171F7E0}">
      <dgm:prSet phldrT="[Text]" custT="1"/>
      <dgm:spPr/>
      <dgm:t>
        <a:bodyPr/>
        <a:lstStyle/>
        <a:p>
          <a:pPr rtl="0"/>
          <a:r>
            <a:rPr lang="en-US" sz="2000" dirty="0"/>
            <a:t>Positional or Temporal</a:t>
          </a:r>
        </a:p>
      </dgm:t>
    </dgm:pt>
    <dgm:pt modelId="{6B9117C8-051E-5048-BAAB-B0416E38A295}" type="parTrans" cxnId="{3DEB0E01-5E4B-3543-90C3-9F6DDC06E02F}">
      <dgm:prSet/>
      <dgm:spPr/>
      <dgm:t>
        <a:bodyPr/>
        <a:lstStyle/>
        <a:p>
          <a:endParaRPr lang="en-US"/>
        </a:p>
      </dgm:t>
    </dgm:pt>
    <dgm:pt modelId="{4D9B00F5-F537-034E-AF32-C771F264C86B}" type="sibTrans" cxnId="{3DEB0E01-5E4B-3543-90C3-9F6DDC06E02F}">
      <dgm:prSet/>
      <dgm:spPr/>
      <dgm:t>
        <a:bodyPr/>
        <a:lstStyle/>
        <a:p>
          <a:pPr rtl="0"/>
          <a:r>
            <a:rPr lang="en-US" dirty="0"/>
            <a:t>TimeSformer</a:t>
          </a:r>
        </a:p>
      </dgm:t>
    </dgm:pt>
    <dgm:pt modelId="{654B0F96-DE1E-FA49-A5A3-179B9911FBD2}">
      <dgm:prSet phldrT="[Text]" custT="1"/>
      <dgm:spPr/>
      <dgm:t>
        <a:bodyPr/>
        <a:lstStyle/>
        <a:p>
          <a:pPr rtl="0"/>
          <a:r>
            <a:rPr lang="en-US" sz="2000" dirty="0"/>
            <a:t>OOD</a:t>
          </a:r>
        </a:p>
      </dgm:t>
    </dgm:pt>
    <dgm:pt modelId="{C8B7B6EA-2DBF-2B46-A939-1D808D390894}" type="parTrans" cxnId="{8F46DD15-B558-F542-9078-0B5D8B29A58A}">
      <dgm:prSet/>
      <dgm:spPr/>
      <dgm:t>
        <a:bodyPr/>
        <a:lstStyle/>
        <a:p>
          <a:endParaRPr lang="en-US"/>
        </a:p>
      </dgm:t>
    </dgm:pt>
    <dgm:pt modelId="{858AEE57-8E49-784C-8E09-44D8A07D8DDE}" type="sibTrans" cxnId="{8F46DD15-B558-F542-9078-0B5D8B29A58A}">
      <dgm:prSet/>
      <dgm:spPr/>
      <dgm:t>
        <a:bodyPr/>
        <a:lstStyle/>
        <a:p>
          <a:pPr rtl="0"/>
          <a:endParaRPr lang="en-US" dirty="0"/>
        </a:p>
      </dgm:t>
    </dgm:pt>
    <dgm:pt modelId="{B904632D-BE15-2B4C-AFB5-52920751FE13}">
      <dgm:prSet phldrT="[Text]" custT="1"/>
      <dgm:spPr/>
      <dgm:t>
        <a:bodyPr/>
        <a:lstStyle/>
        <a:p>
          <a:pPr rtl="0"/>
          <a:r>
            <a:rPr lang="en-US" sz="2000" dirty="0"/>
            <a:t>Cycle-aware</a:t>
          </a:r>
        </a:p>
      </dgm:t>
    </dgm:pt>
    <dgm:pt modelId="{90D26952-82E4-3D40-80BF-0ACF4BA68BE9}" type="parTrans" cxnId="{FF476ADE-1CE4-8349-B6CB-322BBAA9F0F4}">
      <dgm:prSet/>
      <dgm:spPr/>
      <dgm:t>
        <a:bodyPr/>
        <a:lstStyle/>
        <a:p>
          <a:endParaRPr lang="en-US"/>
        </a:p>
      </dgm:t>
    </dgm:pt>
    <dgm:pt modelId="{55F3E47F-17A4-E94B-96A2-03991FC2764D}" type="sibTrans" cxnId="{FF476ADE-1CE4-8349-B6CB-322BBAA9F0F4}">
      <dgm:prSet/>
      <dgm:spPr/>
      <dgm:t>
        <a:bodyPr/>
        <a:lstStyle/>
        <a:p>
          <a:pPr rtl="0"/>
          <a:r>
            <a:rPr lang="en-US" dirty="0"/>
            <a:t>ES-ED  frames</a:t>
          </a:r>
        </a:p>
      </dgm:t>
    </dgm:pt>
    <dgm:pt modelId="{E91E7EA0-7541-974F-B34E-0EE6AE02A8AA}">
      <dgm:prSet phldrT="[Text]" custT="1"/>
      <dgm:spPr/>
      <dgm:t>
        <a:bodyPr/>
        <a:lstStyle/>
        <a:p>
          <a:pPr rtl="0"/>
          <a:r>
            <a:rPr lang="en-US" sz="2000" dirty="0"/>
            <a:t>proxy estimation</a:t>
          </a:r>
        </a:p>
      </dgm:t>
    </dgm:pt>
    <dgm:pt modelId="{26A20830-1A93-474C-8D8E-D988AD93FF56}" type="parTrans" cxnId="{D5D27CE7-DCE5-BC45-94A1-61DF55363548}">
      <dgm:prSet/>
      <dgm:spPr/>
      <dgm:t>
        <a:bodyPr/>
        <a:lstStyle/>
        <a:p>
          <a:endParaRPr lang="en-US"/>
        </a:p>
      </dgm:t>
    </dgm:pt>
    <dgm:pt modelId="{37EC8796-1EE6-3649-82AF-2A4CA26BBBFD}" type="sibTrans" cxnId="{D5D27CE7-DCE5-BC45-94A1-61DF55363548}">
      <dgm:prSet/>
      <dgm:spPr/>
      <dgm:t>
        <a:bodyPr/>
        <a:lstStyle/>
        <a:p>
          <a:pPr rtl="0"/>
          <a:endParaRPr lang="en-US"/>
        </a:p>
      </dgm:t>
    </dgm:pt>
    <dgm:pt modelId="{2B2875B7-0562-5640-8237-EAEB17C953BF}">
      <dgm:prSet phldrT="[Text]" custT="1"/>
      <dgm:spPr/>
      <dgm:t>
        <a:bodyPr/>
        <a:lstStyle/>
        <a:p>
          <a:pPr>
            <a:buNone/>
          </a:pPr>
          <a:r>
            <a:rPr lang="en-US" sz="2000" dirty="0"/>
            <a:t>Continuous Phase Prediction</a:t>
          </a:r>
        </a:p>
      </dgm:t>
    </dgm:pt>
    <dgm:pt modelId="{AB8467E0-71FB-0342-B4B8-F71E4E65EB16}" type="parTrans" cxnId="{465D24A1-9826-0D40-82A2-F403EC2FCB79}">
      <dgm:prSet/>
      <dgm:spPr/>
      <dgm:t>
        <a:bodyPr/>
        <a:lstStyle/>
        <a:p>
          <a:endParaRPr lang="en-US"/>
        </a:p>
      </dgm:t>
    </dgm:pt>
    <dgm:pt modelId="{069127A5-5F3A-EF47-9D8D-65B477E629BE}" type="sibTrans" cxnId="{465D24A1-9826-0D40-82A2-F403EC2FCB79}">
      <dgm:prSet/>
      <dgm:spPr/>
      <dgm:t>
        <a:bodyPr/>
        <a:lstStyle/>
        <a:p>
          <a:pPr rtl="0"/>
          <a:endParaRPr lang="en-US"/>
        </a:p>
      </dgm:t>
    </dgm:pt>
    <dgm:pt modelId="{88BCB50E-2F5E-2D48-9631-DB83DEA46160}">
      <dgm:prSet phldrT="[Text]" custT="1"/>
      <dgm:spPr/>
      <dgm:t>
        <a:bodyPr/>
        <a:lstStyle/>
        <a:p>
          <a:pPr rtl="0"/>
          <a:r>
            <a:rPr lang="en-US" sz="2000" dirty="0"/>
            <a:t>Test-time adaptation</a:t>
          </a:r>
        </a:p>
      </dgm:t>
    </dgm:pt>
    <dgm:pt modelId="{83ECE35A-68E5-5846-B16C-2A69E2DFB894}" type="parTrans" cxnId="{47815173-78C6-4A4E-8257-984B46FAD0ED}">
      <dgm:prSet/>
      <dgm:spPr/>
      <dgm:t>
        <a:bodyPr/>
        <a:lstStyle/>
        <a:p>
          <a:endParaRPr lang="en-US"/>
        </a:p>
      </dgm:t>
    </dgm:pt>
    <dgm:pt modelId="{226C82BF-BDF7-2B44-B379-6C65C518D6E1}" type="sibTrans" cxnId="{47815173-78C6-4A4E-8257-984B46FAD0ED}">
      <dgm:prSet/>
      <dgm:spPr/>
      <dgm:t>
        <a:bodyPr/>
        <a:lstStyle/>
        <a:p>
          <a:pPr rtl="0"/>
          <a:endParaRPr lang="en-US"/>
        </a:p>
      </dgm:t>
    </dgm:pt>
    <dgm:pt modelId="{B250B062-0CB3-264A-869C-DBE082E63E46}">
      <dgm:prSet phldrT="[Text]" custT="1"/>
      <dgm:spPr/>
      <dgm:t>
        <a:bodyPr/>
        <a:lstStyle/>
        <a:p>
          <a:pPr rtl="0"/>
          <a:r>
            <a:rPr lang="en-US" sz="2000" dirty="0"/>
            <a:t>Z-Normalization</a:t>
          </a:r>
        </a:p>
      </dgm:t>
    </dgm:pt>
    <dgm:pt modelId="{504BBCB4-2641-8049-8E02-DD1E7DB6C0AC}" type="parTrans" cxnId="{25295E2C-933D-A74A-8624-41C926784E11}">
      <dgm:prSet/>
      <dgm:spPr/>
      <dgm:t>
        <a:bodyPr/>
        <a:lstStyle/>
        <a:p>
          <a:endParaRPr lang="en-US"/>
        </a:p>
      </dgm:t>
    </dgm:pt>
    <dgm:pt modelId="{170E53A9-8396-3E4C-98D8-79361CD97DE0}" type="sibTrans" cxnId="{25295E2C-933D-A74A-8624-41C926784E11}">
      <dgm:prSet/>
      <dgm:spPr/>
      <dgm:t>
        <a:bodyPr/>
        <a:lstStyle/>
        <a:p>
          <a:pPr rtl="0"/>
          <a:endParaRPr lang="en-US"/>
        </a:p>
      </dgm:t>
    </dgm:pt>
    <dgm:pt modelId="{918EE4E8-7297-5D40-B8F2-D9C8194B06D3}" type="pres">
      <dgm:prSet presAssocID="{FE89C3DE-5A2D-1B40-9771-BEEE1DF11C4C}" presName="hierChild1" presStyleCnt="0">
        <dgm:presLayoutVars>
          <dgm:orgChart val="1"/>
          <dgm:chPref val="1"/>
          <dgm:dir/>
          <dgm:animOne val="branch"/>
          <dgm:animLvl val="lvl"/>
          <dgm:resizeHandles/>
        </dgm:presLayoutVars>
      </dgm:prSet>
      <dgm:spPr/>
    </dgm:pt>
    <dgm:pt modelId="{E4156840-43D0-174F-865A-169293B74785}" type="pres">
      <dgm:prSet presAssocID="{36B28F06-E2BE-624C-8F56-6470175F83CC}" presName="hierRoot1" presStyleCnt="0">
        <dgm:presLayoutVars>
          <dgm:hierBranch val="init"/>
        </dgm:presLayoutVars>
      </dgm:prSet>
      <dgm:spPr/>
    </dgm:pt>
    <dgm:pt modelId="{2AFF4761-EE64-A542-B679-35F6E2B8BFBB}" type="pres">
      <dgm:prSet presAssocID="{36B28F06-E2BE-624C-8F56-6470175F83CC}" presName="rootComposite1" presStyleCnt="0"/>
      <dgm:spPr/>
    </dgm:pt>
    <dgm:pt modelId="{F9314137-E4F2-3D4C-8A65-24670A808680}" type="pres">
      <dgm:prSet presAssocID="{36B28F06-E2BE-624C-8F56-6470175F83CC}" presName="rootText1" presStyleLbl="node0" presStyleIdx="0" presStyleCnt="1" custScaleX="194076" custScaleY="78479" custLinFactNeighborX="-8163" custLinFactNeighborY="-66786">
        <dgm:presLayoutVars>
          <dgm:chMax/>
          <dgm:chPref val="3"/>
        </dgm:presLayoutVars>
      </dgm:prSet>
      <dgm:spPr/>
    </dgm:pt>
    <dgm:pt modelId="{1347DC7D-4AF4-5E43-8315-7481D9455804}" type="pres">
      <dgm:prSet presAssocID="{36B28F06-E2BE-624C-8F56-6470175F83CC}" presName="titleText1" presStyleLbl="fgAcc0" presStyleIdx="0" presStyleCnt="1" custScaleX="351985" custScaleY="119046" custLinFactX="7469" custLinFactY="-89150" custLinFactNeighborX="100000" custLinFactNeighborY="-100000">
        <dgm:presLayoutVars>
          <dgm:chMax val="0"/>
          <dgm:chPref val="0"/>
        </dgm:presLayoutVars>
      </dgm:prSet>
      <dgm:spPr/>
    </dgm:pt>
    <dgm:pt modelId="{F747BAD9-4043-CC4C-BFDE-3719E8AF484A}" type="pres">
      <dgm:prSet presAssocID="{36B28F06-E2BE-624C-8F56-6470175F83CC}" presName="rootConnector1" presStyleLbl="node1" presStyleIdx="0" presStyleCnt="10"/>
      <dgm:spPr/>
    </dgm:pt>
    <dgm:pt modelId="{1CAFD2F5-2D1A-E244-9E94-1D414AFC84B5}" type="pres">
      <dgm:prSet presAssocID="{36B28F06-E2BE-624C-8F56-6470175F83CC}" presName="hierChild2" presStyleCnt="0"/>
      <dgm:spPr/>
    </dgm:pt>
    <dgm:pt modelId="{DDA0C070-CE9F-F143-9F23-55DB1DEAABE5}" type="pres">
      <dgm:prSet presAssocID="{DDD45DF3-C08F-2143-A03F-4EE555D69DFE}" presName="Name37" presStyleLbl="parChTrans1D2" presStyleIdx="0" presStyleCnt="7"/>
      <dgm:spPr/>
    </dgm:pt>
    <dgm:pt modelId="{FCC40917-B402-3A4F-9DB6-A5723AB4617E}" type="pres">
      <dgm:prSet presAssocID="{96E050E1-0B96-2143-917C-02C682900E97}" presName="hierRoot2" presStyleCnt="0">
        <dgm:presLayoutVars>
          <dgm:hierBranch val="init"/>
        </dgm:presLayoutVars>
      </dgm:prSet>
      <dgm:spPr/>
    </dgm:pt>
    <dgm:pt modelId="{C6DE42BE-8E7D-C44D-A9F4-56D03432BB89}" type="pres">
      <dgm:prSet presAssocID="{96E050E1-0B96-2143-917C-02C682900E97}" presName="rootComposite" presStyleCnt="0"/>
      <dgm:spPr/>
    </dgm:pt>
    <dgm:pt modelId="{E2CE50B5-94E2-DD41-AA39-D5C0E280B949}" type="pres">
      <dgm:prSet presAssocID="{96E050E1-0B96-2143-917C-02C682900E97}" presName="rootText" presStyleLbl="node1" presStyleIdx="0" presStyleCnt="10" custScaleX="135421" custScaleY="110057" custLinFactNeighborX="-7443" custLinFactNeighborY="-78331">
        <dgm:presLayoutVars>
          <dgm:chMax/>
          <dgm:chPref val="3"/>
        </dgm:presLayoutVars>
      </dgm:prSet>
      <dgm:spPr/>
    </dgm:pt>
    <dgm:pt modelId="{911E9C21-5923-2B4D-8218-898A5DEDCEB7}" type="pres">
      <dgm:prSet presAssocID="{96E050E1-0B96-2143-917C-02C682900E97}" presName="titleText2" presStyleLbl="fgAcc1" presStyleIdx="0" presStyleCnt="10" custScaleX="118914" custScaleY="222241" custLinFactY="-33928" custLinFactNeighborX="-46231" custLinFactNeighborY="-100000">
        <dgm:presLayoutVars>
          <dgm:chMax val="0"/>
          <dgm:chPref val="0"/>
        </dgm:presLayoutVars>
      </dgm:prSet>
      <dgm:spPr/>
    </dgm:pt>
    <dgm:pt modelId="{1AD3D879-96CE-9146-BB55-64A3C75BBB1F}" type="pres">
      <dgm:prSet presAssocID="{96E050E1-0B96-2143-917C-02C682900E97}" presName="rootConnector" presStyleLbl="node2" presStyleIdx="0" presStyleCnt="0"/>
      <dgm:spPr/>
    </dgm:pt>
    <dgm:pt modelId="{948BE965-715D-6D46-9EA1-8375BE8F48A1}" type="pres">
      <dgm:prSet presAssocID="{96E050E1-0B96-2143-917C-02C682900E97}" presName="hierChild4" presStyleCnt="0"/>
      <dgm:spPr/>
    </dgm:pt>
    <dgm:pt modelId="{12123942-A476-3F49-B2C1-DC231760A958}" type="pres">
      <dgm:prSet presAssocID="{96E050E1-0B96-2143-917C-02C682900E97}" presName="hierChild5" presStyleCnt="0"/>
      <dgm:spPr/>
    </dgm:pt>
    <dgm:pt modelId="{79F912CB-B871-E943-A009-6BFB7C08D2A1}" type="pres">
      <dgm:prSet presAssocID="{90D26952-82E4-3D40-80BF-0ACF4BA68BE9}" presName="Name37" presStyleLbl="parChTrans1D2" presStyleIdx="1" presStyleCnt="7"/>
      <dgm:spPr/>
    </dgm:pt>
    <dgm:pt modelId="{2624E466-350A-D849-AF9F-A9524E9C8915}" type="pres">
      <dgm:prSet presAssocID="{B904632D-BE15-2B4C-AFB5-52920751FE13}" presName="hierRoot2" presStyleCnt="0">
        <dgm:presLayoutVars>
          <dgm:hierBranch val="init"/>
        </dgm:presLayoutVars>
      </dgm:prSet>
      <dgm:spPr/>
    </dgm:pt>
    <dgm:pt modelId="{84F2FE0B-73B6-884F-9BDC-89F001D2C1A7}" type="pres">
      <dgm:prSet presAssocID="{B904632D-BE15-2B4C-AFB5-52920751FE13}" presName="rootComposite" presStyleCnt="0"/>
      <dgm:spPr/>
    </dgm:pt>
    <dgm:pt modelId="{50FB79E2-175C-6043-99BE-88503D4EA79F}" type="pres">
      <dgm:prSet presAssocID="{B904632D-BE15-2B4C-AFB5-52920751FE13}" presName="rootText" presStyleLbl="node1" presStyleIdx="1" presStyleCnt="10" custLinFactNeighborX="28615" custLinFactNeighborY="-74879">
        <dgm:presLayoutVars>
          <dgm:chMax/>
          <dgm:chPref val="3"/>
        </dgm:presLayoutVars>
      </dgm:prSet>
      <dgm:spPr/>
    </dgm:pt>
    <dgm:pt modelId="{2B3177EE-12EC-CC4B-86F9-8F6C811CB028}" type="pres">
      <dgm:prSet presAssocID="{B904632D-BE15-2B4C-AFB5-52920751FE13}" presName="titleText2" presStyleLbl="fgAcc1" presStyleIdx="1" presStyleCnt="10" custScaleY="156197" custLinFactY="-68224" custLinFactNeighborX="-10346" custLinFactNeighborY="-100000">
        <dgm:presLayoutVars>
          <dgm:chMax val="0"/>
          <dgm:chPref val="0"/>
        </dgm:presLayoutVars>
      </dgm:prSet>
      <dgm:spPr/>
    </dgm:pt>
    <dgm:pt modelId="{776BA0EF-BEF5-5A49-9FDC-19EAF1D8BB60}" type="pres">
      <dgm:prSet presAssocID="{B904632D-BE15-2B4C-AFB5-52920751FE13}" presName="rootConnector" presStyleLbl="node2" presStyleIdx="0" presStyleCnt="0"/>
      <dgm:spPr/>
    </dgm:pt>
    <dgm:pt modelId="{817D1DC2-3E10-F745-8BE1-1A351A0017B2}" type="pres">
      <dgm:prSet presAssocID="{B904632D-BE15-2B4C-AFB5-52920751FE13}" presName="hierChild4" presStyleCnt="0"/>
      <dgm:spPr/>
    </dgm:pt>
    <dgm:pt modelId="{82D17EA7-FC3B-624D-A479-8D812CE0EC57}" type="pres">
      <dgm:prSet presAssocID="{26A20830-1A93-474C-8D8E-D988AD93FF56}" presName="Name37" presStyleLbl="parChTrans1D3" presStyleIdx="0" presStyleCnt="6"/>
      <dgm:spPr/>
    </dgm:pt>
    <dgm:pt modelId="{8B460885-107C-B847-8584-5F6C59264ABC}" type="pres">
      <dgm:prSet presAssocID="{E91E7EA0-7541-974F-B34E-0EE6AE02A8AA}" presName="hierRoot2" presStyleCnt="0">
        <dgm:presLayoutVars>
          <dgm:hierBranch val="init"/>
        </dgm:presLayoutVars>
      </dgm:prSet>
      <dgm:spPr/>
    </dgm:pt>
    <dgm:pt modelId="{64A522E7-579B-C84B-BDAA-C29824641406}" type="pres">
      <dgm:prSet presAssocID="{E91E7EA0-7541-974F-B34E-0EE6AE02A8AA}" presName="rootComposite" presStyleCnt="0"/>
      <dgm:spPr/>
    </dgm:pt>
    <dgm:pt modelId="{21E448FA-906D-E64F-AF79-992DF2B63002}" type="pres">
      <dgm:prSet presAssocID="{E91E7EA0-7541-974F-B34E-0EE6AE02A8AA}" presName="rootText" presStyleLbl="node1" presStyleIdx="2" presStyleCnt="10" custScaleX="128722" custScaleY="134696" custLinFactNeighborX="-41261" custLinFactNeighborY="-25749">
        <dgm:presLayoutVars>
          <dgm:chMax/>
          <dgm:chPref val="3"/>
        </dgm:presLayoutVars>
      </dgm:prSet>
      <dgm:spPr/>
    </dgm:pt>
    <dgm:pt modelId="{DE06B1E3-E09B-3B4A-B48C-5FE8545986C3}" type="pres">
      <dgm:prSet presAssocID="{E91E7EA0-7541-974F-B34E-0EE6AE02A8AA}" presName="titleText2" presStyleLbl="fgAcc1" presStyleIdx="2" presStyleCnt="10" custLinFactNeighborX="-30642" custLinFactNeighborY="-29260">
        <dgm:presLayoutVars>
          <dgm:chMax val="0"/>
          <dgm:chPref val="0"/>
        </dgm:presLayoutVars>
      </dgm:prSet>
      <dgm:spPr/>
    </dgm:pt>
    <dgm:pt modelId="{B5FB0758-AE4A-C545-A450-06170ED84F65}" type="pres">
      <dgm:prSet presAssocID="{E91E7EA0-7541-974F-B34E-0EE6AE02A8AA}" presName="rootConnector" presStyleLbl="node3" presStyleIdx="0" presStyleCnt="0"/>
      <dgm:spPr/>
    </dgm:pt>
    <dgm:pt modelId="{ED58E338-3E22-4144-A915-F9DD9B8F5E84}" type="pres">
      <dgm:prSet presAssocID="{E91E7EA0-7541-974F-B34E-0EE6AE02A8AA}" presName="hierChild4" presStyleCnt="0"/>
      <dgm:spPr/>
    </dgm:pt>
    <dgm:pt modelId="{F95DE54F-8941-FF4F-910D-12AB6BAC3382}" type="pres">
      <dgm:prSet presAssocID="{E91E7EA0-7541-974F-B34E-0EE6AE02A8AA}" presName="hierChild5" presStyleCnt="0"/>
      <dgm:spPr/>
    </dgm:pt>
    <dgm:pt modelId="{0224D4CA-5849-7A42-B171-053CB2E6C84A}" type="pres">
      <dgm:prSet presAssocID="{AB8467E0-71FB-0342-B4B8-F71E4E65EB16}" presName="Name37" presStyleLbl="parChTrans1D3" presStyleIdx="1" presStyleCnt="6"/>
      <dgm:spPr/>
    </dgm:pt>
    <dgm:pt modelId="{2054BEFE-72B3-9F4D-B2ED-16EB496B4A7D}" type="pres">
      <dgm:prSet presAssocID="{2B2875B7-0562-5640-8237-EAEB17C953BF}" presName="hierRoot2" presStyleCnt="0">
        <dgm:presLayoutVars>
          <dgm:hierBranch val="init"/>
        </dgm:presLayoutVars>
      </dgm:prSet>
      <dgm:spPr/>
    </dgm:pt>
    <dgm:pt modelId="{AF2FEF2F-2AB9-0A41-A5A7-1F7916013E74}" type="pres">
      <dgm:prSet presAssocID="{2B2875B7-0562-5640-8237-EAEB17C953BF}" presName="rootComposite" presStyleCnt="0"/>
      <dgm:spPr/>
    </dgm:pt>
    <dgm:pt modelId="{791775AD-B8E9-2644-8CE1-BF192A880689}" type="pres">
      <dgm:prSet presAssocID="{2B2875B7-0562-5640-8237-EAEB17C953BF}" presName="rootText" presStyleLbl="node1" presStyleIdx="3" presStyleCnt="10" custScaleX="156909" custScaleY="174655" custLinFactNeighborX="-36699" custLinFactNeighborY="-21414">
        <dgm:presLayoutVars>
          <dgm:chMax/>
          <dgm:chPref val="3"/>
        </dgm:presLayoutVars>
      </dgm:prSet>
      <dgm:spPr/>
    </dgm:pt>
    <dgm:pt modelId="{3D418AF1-C1B3-C24C-A7F4-8950EB54E840}" type="pres">
      <dgm:prSet presAssocID="{2B2875B7-0562-5640-8237-EAEB17C953BF}" presName="titleText2" presStyleLbl="fgAcc1" presStyleIdx="3" presStyleCnt="10" custLinFactNeighborX="857" custLinFactNeighborY="70268">
        <dgm:presLayoutVars>
          <dgm:chMax val="0"/>
          <dgm:chPref val="0"/>
        </dgm:presLayoutVars>
      </dgm:prSet>
      <dgm:spPr/>
    </dgm:pt>
    <dgm:pt modelId="{67B36177-C56A-D042-9FF0-58460494D967}" type="pres">
      <dgm:prSet presAssocID="{2B2875B7-0562-5640-8237-EAEB17C953BF}" presName="rootConnector" presStyleLbl="node3" presStyleIdx="0" presStyleCnt="0"/>
      <dgm:spPr/>
    </dgm:pt>
    <dgm:pt modelId="{6470ABED-4BD6-7B47-8CD2-7EFFFC11E897}" type="pres">
      <dgm:prSet presAssocID="{2B2875B7-0562-5640-8237-EAEB17C953BF}" presName="hierChild4" presStyleCnt="0"/>
      <dgm:spPr/>
    </dgm:pt>
    <dgm:pt modelId="{173638CC-261C-FE40-898E-53A448ACBA47}" type="pres">
      <dgm:prSet presAssocID="{2B2875B7-0562-5640-8237-EAEB17C953BF}" presName="hierChild5" presStyleCnt="0"/>
      <dgm:spPr/>
    </dgm:pt>
    <dgm:pt modelId="{F4EBD50F-A667-3045-AE74-6164958CDF12}" type="pres">
      <dgm:prSet presAssocID="{B904632D-BE15-2B4C-AFB5-52920751FE13}" presName="hierChild5" presStyleCnt="0"/>
      <dgm:spPr/>
    </dgm:pt>
    <dgm:pt modelId="{3EB20C4E-C168-2C47-9EA3-0173AB662BA8}" type="pres">
      <dgm:prSet presAssocID="{6D7F7FC2-D048-2240-8029-1A3304DAB8CC}" presName="Name37" presStyleLbl="parChTrans1D2" presStyleIdx="2" presStyleCnt="7"/>
      <dgm:spPr/>
    </dgm:pt>
    <dgm:pt modelId="{303D9246-6B10-554E-BC66-B490952CCA7C}" type="pres">
      <dgm:prSet presAssocID="{2B6F2729-184B-E141-B635-0F20F2861154}" presName="hierRoot2" presStyleCnt="0">
        <dgm:presLayoutVars>
          <dgm:hierBranch val="init"/>
        </dgm:presLayoutVars>
      </dgm:prSet>
      <dgm:spPr/>
    </dgm:pt>
    <dgm:pt modelId="{FDB7C316-BB1B-8849-9CD2-D8D7043238A1}" type="pres">
      <dgm:prSet presAssocID="{2B6F2729-184B-E141-B635-0F20F2861154}" presName="rootComposite" presStyleCnt="0"/>
      <dgm:spPr/>
    </dgm:pt>
    <dgm:pt modelId="{CBFCE435-C6AE-E449-A5CF-C8CEAA2FC28B}" type="pres">
      <dgm:prSet presAssocID="{2B6F2729-184B-E141-B635-0F20F2861154}" presName="rootText" presStyleLbl="node1" presStyleIdx="4" presStyleCnt="10" custScaleX="181970" custScaleY="98808" custLinFactNeighborX="49924" custLinFactNeighborY="-77287">
        <dgm:presLayoutVars>
          <dgm:chMax/>
          <dgm:chPref val="3"/>
        </dgm:presLayoutVars>
      </dgm:prSet>
      <dgm:spPr/>
    </dgm:pt>
    <dgm:pt modelId="{7374A6AC-0145-1441-BF44-4EE8C93D39BE}" type="pres">
      <dgm:prSet presAssocID="{2B6F2729-184B-E141-B635-0F20F2861154}" presName="titleText2" presStyleLbl="fgAcc1" presStyleIdx="4" presStyleCnt="10" custScaleX="174748" custScaleY="135458" custLinFactX="7702" custLinFactY="-78926" custLinFactNeighborX="100000" custLinFactNeighborY="-100000">
        <dgm:presLayoutVars>
          <dgm:chMax val="0"/>
          <dgm:chPref val="0"/>
        </dgm:presLayoutVars>
      </dgm:prSet>
      <dgm:spPr/>
    </dgm:pt>
    <dgm:pt modelId="{1ECC01AB-6711-A249-9F9A-71D5FD043397}" type="pres">
      <dgm:prSet presAssocID="{2B6F2729-184B-E141-B635-0F20F2861154}" presName="rootConnector" presStyleLbl="node2" presStyleIdx="0" presStyleCnt="0"/>
      <dgm:spPr/>
    </dgm:pt>
    <dgm:pt modelId="{2722E311-C8A7-0843-BD02-0B1AB2032907}" type="pres">
      <dgm:prSet presAssocID="{2B6F2729-184B-E141-B635-0F20F2861154}" presName="hierChild4" presStyleCnt="0"/>
      <dgm:spPr/>
    </dgm:pt>
    <dgm:pt modelId="{25280A67-76C9-CF48-94E4-DB7ACBEC6EA2}" type="pres">
      <dgm:prSet presAssocID="{6B9117C8-051E-5048-BAAB-B0416E38A295}" presName="Name37" presStyleLbl="parChTrans1D3" presStyleIdx="2" presStyleCnt="6"/>
      <dgm:spPr/>
    </dgm:pt>
    <dgm:pt modelId="{8F43392A-CA50-3547-95F3-AEA35CA59495}" type="pres">
      <dgm:prSet presAssocID="{88D416C9-4399-764D-BA5D-F59F1171F7E0}" presName="hierRoot2" presStyleCnt="0">
        <dgm:presLayoutVars>
          <dgm:hierBranch val="init"/>
        </dgm:presLayoutVars>
      </dgm:prSet>
      <dgm:spPr/>
    </dgm:pt>
    <dgm:pt modelId="{7C9C5192-4BFA-A04F-815F-0D7F081064B5}" type="pres">
      <dgm:prSet presAssocID="{88D416C9-4399-764D-BA5D-F59F1171F7E0}" presName="rootComposite" presStyleCnt="0"/>
      <dgm:spPr/>
    </dgm:pt>
    <dgm:pt modelId="{FA51453F-E189-DE47-9453-7928C923030B}" type="pres">
      <dgm:prSet presAssocID="{88D416C9-4399-764D-BA5D-F59F1171F7E0}" presName="rootText" presStyleLbl="node1" presStyleIdx="5" presStyleCnt="10" custScaleX="134522" custScaleY="107920" custLinFactNeighborX="35652" custLinFactNeighborY="-72291">
        <dgm:presLayoutVars>
          <dgm:chMax/>
          <dgm:chPref val="3"/>
        </dgm:presLayoutVars>
      </dgm:prSet>
      <dgm:spPr/>
    </dgm:pt>
    <dgm:pt modelId="{C1CDE55D-F587-0F46-9C73-49C899CC1605}" type="pres">
      <dgm:prSet presAssocID="{88D416C9-4399-764D-BA5D-F59F1171F7E0}" presName="titleText2" presStyleLbl="fgAcc1" presStyleIdx="5" presStyleCnt="10" custScaleX="122268" custScaleY="149621" custLinFactY="-36472" custLinFactNeighborX="51072" custLinFactNeighborY="-100000">
        <dgm:presLayoutVars>
          <dgm:chMax val="0"/>
          <dgm:chPref val="0"/>
        </dgm:presLayoutVars>
      </dgm:prSet>
      <dgm:spPr/>
    </dgm:pt>
    <dgm:pt modelId="{45B4E835-BDF1-4E48-AC52-FF36535FCD75}" type="pres">
      <dgm:prSet presAssocID="{88D416C9-4399-764D-BA5D-F59F1171F7E0}" presName="rootConnector" presStyleLbl="node3" presStyleIdx="0" presStyleCnt="0"/>
      <dgm:spPr/>
    </dgm:pt>
    <dgm:pt modelId="{BC677369-5FE2-6F4C-9FD4-32BF7E0FE028}" type="pres">
      <dgm:prSet presAssocID="{88D416C9-4399-764D-BA5D-F59F1171F7E0}" presName="hierChild4" presStyleCnt="0"/>
      <dgm:spPr/>
    </dgm:pt>
    <dgm:pt modelId="{C586B744-4296-0B46-A437-C48F26819AB2}" type="pres">
      <dgm:prSet presAssocID="{88D416C9-4399-764D-BA5D-F59F1171F7E0}" presName="hierChild5" presStyleCnt="0"/>
      <dgm:spPr/>
    </dgm:pt>
    <dgm:pt modelId="{64990CA2-A80E-E743-A5AD-357237834C7C}" type="pres">
      <dgm:prSet presAssocID="{2B6F2729-184B-E141-B635-0F20F2861154}" presName="hierChild5" presStyleCnt="0"/>
      <dgm:spPr/>
    </dgm:pt>
    <dgm:pt modelId="{B8F8652F-802E-2743-9975-E8FEF37F49E1}" type="pres">
      <dgm:prSet presAssocID="{DAA5E491-19EA-564E-B457-6F84FA3FE870}" presName="Name37" presStyleLbl="parChTrans1D2" presStyleIdx="3" presStyleCnt="7"/>
      <dgm:spPr/>
    </dgm:pt>
    <dgm:pt modelId="{E870B0C6-540C-5D46-9409-CB7DADEEC2D1}" type="pres">
      <dgm:prSet presAssocID="{9DCFA784-C87B-DC42-8245-2DC18F46A69D}" presName="hierRoot2" presStyleCnt="0">
        <dgm:presLayoutVars>
          <dgm:hierBranch val="init"/>
        </dgm:presLayoutVars>
      </dgm:prSet>
      <dgm:spPr/>
    </dgm:pt>
    <dgm:pt modelId="{7F628B63-ABD0-B841-A714-C8A718D9BA1E}" type="pres">
      <dgm:prSet presAssocID="{9DCFA784-C87B-DC42-8245-2DC18F46A69D}" presName="rootComposite" presStyleCnt="0"/>
      <dgm:spPr/>
    </dgm:pt>
    <dgm:pt modelId="{4DB775DB-C27C-244A-A787-82A758F795FF}" type="pres">
      <dgm:prSet presAssocID="{9DCFA784-C87B-DC42-8245-2DC18F46A69D}" presName="rootText" presStyleLbl="node1" presStyleIdx="6" presStyleCnt="10" custScaleX="131021" custScaleY="77626" custLinFactNeighborX="38514" custLinFactNeighborY="-76733">
        <dgm:presLayoutVars>
          <dgm:chMax/>
          <dgm:chPref val="3"/>
        </dgm:presLayoutVars>
      </dgm:prSet>
      <dgm:spPr/>
    </dgm:pt>
    <dgm:pt modelId="{17460135-3B8C-4D41-A599-31A5BE1C7AED}" type="pres">
      <dgm:prSet presAssocID="{9DCFA784-C87B-DC42-8245-2DC18F46A69D}" presName="titleText2" presStyleLbl="fgAcc1" presStyleIdx="6" presStyleCnt="10" custScaleX="126379" custScaleY="123089" custLinFactY="-100000" custLinFactNeighborX="63660" custLinFactNeighborY="-143019">
        <dgm:presLayoutVars>
          <dgm:chMax val="0"/>
          <dgm:chPref val="0"/>
        </dgm:presLayoutVars>
      </dgm:prSet>
      <dgm:spPr/>
    </dgm:pt>
    <dgm:pt modelId="{073539D9-BDCF-CE48-97EA-566D64A11088}" type="pres">
      <dgm:prSet presAssocID="{9DCFA784-C87B-DC42-8245-2DC18F46A69D}" presName="rootConnector" presStyleLbl="node2" presStyleIdx="0" presStyleCnt="0"/>
      <dgm:spPr/>
    </dgm:pt>
    <dgm:pt modelId="{2EA10AB4-B38F-3849-8B52-D0F79AAAD797}" type="pres">
      <dgm:prSet presAssocID="{9DCFA784-C87B-DC42-8245-2DC18F46A69D}" presName="hierChild4" presStyleCnt="0"/>
      <dgm:spPr/>
    </dgm:pt>
    <dgm:pt modelId="{2D0DBC04-4FAD-BD40-A7BA-3601829DAD90}" type="pres">
      <dgm:prSet presAssocID="{504BBCB4-2641-8049-8E02-DD1E7DB6C0AC}" presName="Name37" presStyleLbl="parChTrans1D3" presStyleIdx="3" presStyleCnt="6"/>
      <dgm:spPr/>
    </dgm:pt>
    <dgm:pt modelId="{668136F8-4704-B54B-A71E-6301A323EC3A}" type="pres">
      <dgm:prSet presAssocID="{B250B062-0CB3-264A-869C-DBE082E63E46}" presName="hierRoot2" presStyleCnt="0">
        <dgm:presLayoutVars>
          <dgm:hierBranch val="init"/>
        </dgm:presLayoutVars>
      </dgm:prSet>
      <dgm:spPr/>
    </dgm:pt>
    <dgm:pt modelId="{4A395A86-F9E0-7646-9C26-205A94268C4D}" type="pres">
      <dgm:prSet presAssocID="{B250B062-0CB3-264A-869C-DBE082E63E46}" presName="rootComposite" presStyleCnt="0"/>
      <dgm:spPr/>
    </dgm:pt>
    <dgm:pt modelId="{7FAE8EDF-7C57-5C4A-A22C-6A26D7DC8552}" type="pres">
      <dgm:prSet presAssocID="{B250B062-0CB3-264A-869C-DBE082E63E46}" presName="rootText" presStyleLbl="node1" presStyleIdx="7" presStyleCnt="10" custScaleX="172999" custScaleY="71379" custLinFactNeighborX="68197" custLinFactNeighborY="-43224">
        <dgm:presLayoutVars>
          <dgm:chMax/>
          <dgm:chPref val="3"/>
        </dgm:presLayoutVars>
      </dgm:prSet>
      <dgm:spPr/>
    </dgm:pt>
    <dgm:pt modelId="{CCDAF866-5867-C546-BEBE-2B7973B8DDED}" type="pres">
      <dgm:prSet presAssocID="{B250B062-0CB3-264A-869C-DBE082E63E46}" presName="titleText2" presStyleLbl="fgAcc1" presStyleIdx="7" presStyleCnt="10" custLinFactY="-42110" custLinFactNeighborX="58541" custLinFactNeighborY="-100000">
        <dgm:presLayoutVars>
          <dgm:chMax val="0"/>
          <dgm:chPref val="0"/>
        </dgm:presLayoutVars>
      </dgm:prSet>
      <dgm:spPr/>
    </dgm:pt>
    <dgm:pt modelId="{752B9137-8CEE-574E-B7AE-0605E9CA9EAF}" type="pres">
      <dgm:prSet presAssocID="{B250B062-0CB3-264A-869C-DBE082E63E46}" presName="rootConnector" presStyleLbl="node3" presStyleIdx="0" presStyleCnt="0"/>
      <dgm:spPr/>
    </dgm:pt>
    <dgm:pt modelId="{C2D149EB-8578-ED48-93DB-FC2A72B692C6}" type="pres">
      <dgm:prSet presAssocID="{B250B062-0CB3-264A-869C-DBE082E63E46}" presName="hierChild4" presStyleCnt="0"/>
      <dgm:spPr/>
    </dgm:pt>
    <dgm:pt modelId="{D840B59B-214D-1A44-8585-69390F6F8C7A}" type="pres">
      <dgm:prSet presAssocID="{B250B062-0CB3-264A-869C-DBE082E63E46}" presName="hierChild5" presStyleCnt="0"/>
      <dgm:spPr/>
    </dgm:pt>
    <dgm:pt modelId="{D63CFA0D-00DD-8D41-B221-BF2062F11151}" type="pres">
      <dgm:prSet presAssocID="{C8B7B6EA-2DBF-2B46-A939-1D808D390894}" presName="Name37" presStyleLbl="parChTrans1D3" presStyleIdx="4" presStyleCnt="6"/>
      <dgm:spPr/>
    </dgm:pt>
    <dgm:pt modelId="{E382CDE0-E987-264A-B39F-B6DD3EC2288E}" type="pres">
      <dgm:prSet presAssocID="{654B0F96-DE1E-FA49-A5A3-179B9911FBD2}" presName="hierRoot2" presStyleCnt="0">
        <dgm:presLayoutVars>
          <dgm:hierBranch val="init"/>
        </dgm:presLayoutVars>
      </dgm:prSet>
      <dgm:spPr/>
    </dgm:pt>
    <dgm:pt modelId="{B98E492F-535D-F843-9ED0-4076C132FF3F}" type="pres">
      <dgm:prSet presAssocID="{654B0F96-DE1E-FA49-A5A3-179B9911FBD2}" presName="rootComposite" presStyleCnt="0"/>
      <dgm:spPr/>
    </dgm:pt>
    <dgm:pt modelId="{3B86DE6F-E836-7443-B53A-497B8351EAF1}" type="pres">
      <dgm:prSet presAssocID="{654B0F96-DE1E-FA49-A5A3-179B9911FBD2}" presName="rootText" presStyleLbl="node1" presStyleIdx="8" presStyleCnt="10" custScaleX="83316" custScaleY="82149" custLinFactNeighborX="26622" custLinFactNeighborY="96525">
        <dgm:presLayoutVars>
          <dgm:chMax/>
          <dgm:chPref val="3"/>
        </dgm:presLayoutVars>
      </dgm:prSet>
      <dgm:spPr/>
    </dgm:pt>
    <dgm:pt modelId="{B158C5ED-1FBA-9340-A4A4-0CC55B0ECD1F}" type="pres">
      <dgm:prSet presAssocID="{654B0F96-DE1E-FA49-A5A3-179B9911FBD2}" presName="titleText2" presStyleLbl="fgAcc1" presStyleIdx="8" presStyleCnt="10" custLinFactY="100000" custLinFactNeighborX="35641" custLinFactNeighborY="187609">
        <dgm:presLayoutVars>
          <dgm:chMax val="0"/>
          <dgm:chPref val="0"/>
        </dgm:presLayoutVars>
      </dgm:prSet>
      <dgm:spPr/>
    </dgm:pt>
    <dgm:pt modelId="{89DDC78D-0F74-4345-AF85-1F77AFB7EFFF}" type="pres">
      <dgm:prSet presAssocID="{654B0F96-DE1E-FA49-A5A3-179B9911FBD2}" presName="rootConnector" presStyleLbl="node3" presStyleIdx="0" presStyleCnt="0"/>
      <dgm:spPr/>
    </dgm:pt>
    <dgm:pt modelId="{F994EFA5-92FD-B144-95D5-E5388E58DF9E}" type="pres">
      <dgm:prSet presAssocID="{654B0F96-DE1E-FA49-A5A3-179B9911FBD2}" presName="hierChild4" presStyleCnt="0"/>
      <dgm:spPr/>
    </dgm:pt>
    <dgm:pt modelId="{E5995ADE-9162-1742-B741-E282C438D3B7}" type="pres">
      <dgm:prSet presAssocID="{654B0F96-DE1E-FA49-A5A3-179B9911FBD2}" presName="hierChild5" presStyleCnt="0"/>
      <dgm:spPr/>
    </dgm:pt>
    <dgm:pt modelId="{6D010D6C-E7D5-E146-9BDB-2E54C4B45FC9}" type="pres">
      <dgm:prSet presAssocID="{83ECE35A-68E5-5846-B16C-2A69E2DFB894}" presName="Name37" presStyleLbl="parChTrans1D3" presStyleIdx="5" presStyleCnt="6"/>
      <dgm:spPr/>
    </dgm:pt>
    <dgm:pt modelId="{AD55B092-7115-034E-A99C-E7891BDD3E25}" type="pres">
      <dgm:prSet presAssocID="{88BCB50E-2F5E-2D48-9631-DB83DEA46160}" presName="hierRoot2" presStyleCnt="0">
        <dgm:presLayoutVars>
          <dgm:hierBranch val="init"/>
        </dgm:presLayoutVars>
      </dgm:prSet>
      <dgm:spPr/>
    </dgm:pt>
    <dgm:pt modelId="{B3634BAF-68BF-7E42-972C-3B2E11767EF2}" type="pres">
      <dgm:prSet presAssocID="{88BCB50E-2F5E-2D48-9631-DB83DEA46160}" presName="rootComposite" presStyleCnt="0"/>
      <dgm:spPr/>
    </dgm:pt>
    <dgm:pt modelId="{829F2A79-C6C9-4848-A178-57BC6D9CAC26}" type="pres">
      <dgm:prSet presAssocID="{88BCB50E-2F5E-2D48-9631-DB83DEA46160}" presName="rootText" presStyleLbl="node1" presStyleIdx="9" presStyleCnt="10" custScaleX="112012">
        <dgm:presLayoutVars>
          <dgm:chMax/>
          <dgm:chPref val="3"/>
        </dgm:presLayoutVars>
      </dgm:prSet>
      <dgm:spPr/>
    </dgm:pt>
    <dgm:pt modelId="{8348D2E8-BB8F-D04C-BCE4-8DD93CE2D0CC}" type="pres">
      <dgm:prSet presAssocID="{88BCB50E-2F5E-2D48-9631-DB83DEA46160}" presName="titleText2" presStyleLbl="fgAcc1" presStyleIdx="9" presStyleCnt="10" custLinFactNeighborY="64017">
        <dgm:presLayoutVars>
          <dgm:chMax val="0"/>
          <dgm:chPref val="0"/>
        </dgm:presLayoutVars>
      </dgm:prSet>
      <dgm:spPr/>
    </dgm:pt>
    <dgm:pt modelId="{48DF18B0-5ADD-7246-A465-B275F9B1EDF8}" type="pres">
      <dgm:prSet presAssocID="{88BCB50E-2F5E-2D48-9631-DB83DEA46160}" presName="rootConnector" presStyleLbl="node3" presStyleIdx="0" presStyleCnt="0"/>
      <dgm:spPr/>
    </dgm:pt>
    <dgm:pt modelId="{B1042177-B840-D843-ADCA-86B04ADEF379}" type="pres">
      <dgm:prSet presAssocID="{88BCB50E-2F5E-2D48-9631-DB83DEA46160}" presName="hierChild4" presStyleCnt="0"/>
      <dgm:spPr/>
    </dgm:pt>
    <dgm:pt modelId="{C59DF49D-A8F7-6C45-8841-143B158E14D0}" type="pres">
      <dgm:prSet presAssocID="{88BCB50E-2F5E-2D48-9631-DB83DEA46160}" presName="hierChild5" presStyleCnt="0"/>
      <dgm:spPr/>
    </dgm:pt>
    <dgm:pt modelId="{F27C0BDB-1D6D-FA4A-A491-100D15B6D33B}" type="pres">
      <dgm:prSet presAssocID="{9DCFA784-C87B-DC42-8245-2DC18F46A69D}" presName="hierChild5" presStyleCnt="0"/>
      <dgm:spPr/>
    </dgm:pt>
    <dgm:pt modelId="{954B4017-85AE-FE4E-A36A-7C83AD59D0CC}" type="pres">
      <dgm:prSet presAssocID="{36B28F06-E2BE-624C-8F56-6470175F83CC}" presName="hierChild3" presStyleCnt="0"/>
      <dgm:spPr/>
    </dgm:pt>
    <dgm:pt modelId="{31907B83-C836-8A4A-A48A-9DD49D80F162}" type="pres">
      <dgm:prSet presAssocID="{0E3DB793-D065-8B43-B76D-1E6D57B3EACE}" presName="Name96" presStyleLbl="parChTrans1D2" presStyleIdx="4" presStyleCnt="7"/>
      <dgm:spPr/>
    </dgm:pt>
    <dgm:pt modelId="{114441BC-8C93-FA41-8719-5B1B54715D63}" type="pres">
      <dgm:prSet presAssocID="{5A912775-BD74-A246-B02C-63E5158977D1}" presName="hierRoot3" presStyleCnt="0">
        <dgm:presLayoutVars>
          <dgm:hierBranch val="init"/>
        </dgm:presLayoutVars>
      </dgm:prSet>
      <dgm:spPr/>
    </dgm:pt>
    <dgm:pt modelId="{D82F504D-F1A2-E34C-AB7D-9ED793388A0A}" type="pres">
      <dgm:prSet presAssocID="{5A912775-BD74-A246-B02C-63E5158977D1}" presName="rootComposite3" presStyleCnt="0"/>
      <dgm:spPr/>
    </dgm:pt>
    <dgm:pt modelId="{D4669CB2-A470-0E47-BFA1-34C9F15B8A10}" type="pres">
      <dgm:prSet presAssocID="{5A912775-BD74-A246-B02C-63E5158977D1}" presName="rootText3" presStyleLbl="asst1" presStyleIdx="0" presStyleCnt="3" custScaleX="151326" custScaleY="77142" custLinFactY="-7389" custLinFactNeighborX="-17469" custLinFactNeighborY="-100000">
        <dgm:presLayoutVars>
          <dgm:chPref val="3"/>
        </dgm:presLayoutVars>
      </dgm:prSet>
      <dgm:spPr/>
    </dgm:pt>
    <dgm:pt modelId="{9DEC4202-755A-2344-8796-6F2918EB0F12}" type="pres">
      <dgm:prSet presAssocID="{5A912775-BD74-A246-B02C-63E5158977D1}" presName="titleText3" presStyleLbl="fgAcc2" presStyleIdx="0" presStyleCnt="3" custScaleX="178300" custScaleY="209837" custLinFactX="-12426" custLinFactY="-101685" custLinFactNeighborX="-100000" custLinFactNeighborY="-200000">
        <dgm:presLayoutVars>
          <dgm:chMax val="0"/>
          <dgm:chPref val="0"/>
        </dgm:presLayoutVars>
      </dgm:prSet>
      <dgm:spPr/>
    </dgm:pt>
    <dgm:pt modelId="{51350E0A-6637-C649-A579-75E70A421C45}" type="pres">
      <dgm:prSet presAssocID="{5A912775-BD74-A246-B02C-63E5158977D1}" presName="rootConnector3" presStyleLbl="asst1" presStyleIdx="0" presStyleCnt="3"/>
      <dgm:spPr/>
    </dgm:pt>
    <dgm:pt modelId="{BF4B613E-57CB-3F43-A5D8-B86B43A670D4}" type="pres">
      <dgm:prSet presAssocID="{5A912775-BD74-A246-B02C-63E5158977D1}" presName="hierChild6" presStyleCnt="0"/>
      <dgm:spPr/>
    </dgm:pt>
    <dgm:pt modelId="{4A7C60E3-A6C4-C848-8D15-1EC4B888FEF3}" type="pres">
      <dgm:prSet presAssocID="{5A912775-BD74-A246-B02C-63E5158977D1}" presName="hierChild7" presStyleCnt="0"/>
      <dgm:spPr/>
    </dgm:pt>
    <dgm:pt modelId="{59A9FE09-59E2-8447-9BB3-26490B2BC205}" type="pres">
      <dgm:prSet presAssocID="{D045CFBA-B572-A948-9C12-1B7EFF5DDBE4}" presName="Name96" presStyleLbl="parChTrans1D2" presStyleIdx="5" presStyleCnt="7"/>
      <dgm:spPr/>
    </dgm:pt>
    <dgm:pt modelId="{1A2080FB-B194-2E43-906B-DAE5688CCA33}" type="pres">
      <dgm:prSet presAssocID="{1679CB31-27AA-5B4E-B956-DA77393261C7}" presName="hierRoot3" presStyleCnt="0">
        <dgm:presLayoutVars>
          <dgm:hierBranch val="init"/>
        </dgm:presLayoutVars>
      </dgm:prSet>
      <dgm:spPr/>
    </dgm:pt>
    <dgm:pt modelId="{DCEBBEB6-CCB4-8D4D-B6AE-69E793E75253}" type="pres">
      <dgm:prSet presAssocID="{1679CB31-27AA-5B4E-B956-DA77393261C7}" presName="rootComposite3" presStyleCnt="0"/>
      <dgm:spPr/>
    </dgm:pt>
    <dgm:pt modelId="{899F5B13-6EDA-6C40-B4A1-B92EBA9853F6}" type="pres">
      <dgm:prSet presAssocID="{1679CB31-27AA-5B4E-B956-DA77393261C7}" presName="rootText3" presStyleLbl="asst1" presStyleIdx="1" presStyleCnt="3" custScaleX="168629" custScaleY="120097" custLinFactNeighborX="9668" custLinFactNeighborY="11280">
        <dgm:presLayoutVars>
          <dgm:chPref val="3"/>
        </dgm:presLayoutVars>
      </dgm:prSet>
      <dgm:spPr/>
    </dgm:pt>
    <dgm:pt modelId="{D307560B-580B-844A-AF85-49F62ACEE651}" type="pres">
      <dgm:prSet presAssocID="{1679CB31-27AA-5B4E-B956-DA77393261C7}" presName="titleText3" presStyleLbl="fgAcc2" presStyleIdx="1" presStyleCnt="3" custScaleX="163586" custScaleY="126093" custLinFactNeighborX="67402" custLinFactNeighborY="65000">
        <dgm:presLayoutVars>
          <dgm:chMax val="0"/>
          <dgm:chPref val="0"/>
        </dgm:presLayoutVars>
      </dgm:prSet>
      <dgm:spPr/>
    </dgm:pt>
    <dgm:pt modelId="{050ABBF3-6427-6A4D-8D47-CED06369BE98}" type="pres">
      <dgm:prSet presAssocID="{1679CB31-27AA-5B4E-B956-DA77393261C7}" presName="rootConnector3" presStyleLbl="asst1" presStyleIdx="1" presStyleCnt="3"/>
      <dgm:spPr/>
    </dgm:pt>
    <dgm:pt modelId="{3FC4ACDD-444A-5143-9980-C5C24CD821D2}" type="pres">
      <dgm:prSet presAssocID="{1679CB31-27AA-5B4E-B956-DA77393261C7}" presName="hierChild6" presStyleCnt="0"/>
      <dgm:spPr/>
    </dgm:pt>
    <dgm:pt modelId="{3428B259-8F6E-0348-A647-073538CA7091}" type="pres">
      <dgm:prSet presAssocID="{1679CB31-27AA-5B4E-B956-DA77393261C7}" presName="hierChild7" presStyleCnt="0"/>
      <dgm:spPr/>
    </dgm:pt>
    <dgm:pt modelId="{6F698BA5-1D6D-1645-8C36-4A9F8C4BCA1E}" type="pres">
      <dgm:prSet presAssocID="{11BC3677-EB46-5A4D-BA19-D945FFB163D6}" presName="Name96" presStyleLbl="parChTrans1D2" presStyleIdx="6" presStyleCnt="7"/>
      <dgm:spPr/>
    </dgm:pt>
    <dgm:pt modelId="{2F20B09E-F24A-A447-813F-E65DD2D58D19}" type="pres">
      <dgm:prSet presAssocID="{D4528D36-6C28-2448-BE38-C78A670BD91D}" presName="hierRoot3" presStyleCnt="0">
        <dgm:presLayoutVars>
          <dgm:hierBranch val="init"/>
        </dgm:presLayoutVars>
      </dgm:prSet>
      <dgm:spPr/>
    </dgm:pt>
    <dgm:pt modelId="{36D7159A-D991-C645-A108-6AFF50694ECE}" type="pres">
      <dgm:prSet presAssocID="{D4528D36-6C28-2448-BE38-C78A670BD91D}" presName="rootComposite3" presStyleCnt="0"/>
      <dgm:spPr/>
    </dgm:pt>
    <dgm:pt modelId="{79363692-3A80-844B-A62D-3356CA3B8D88}" type="pres">
      <dgm:prSet presAssocID="{D4528D36-6C28-2448-BE38-C78A670BD91D}" presName="rootText3" presStyleLbl="asst1" presStyleIdx="2" presStyleCnt="3" custScaleX="158322" custScaleY="98521" custLinFactY="-5282" custLinFactNeighborX="-98563" custLinFactNeighborY="-100000">
        <dgm:presLayoutVars>
          <dgm:chPref val="3"/>
        </dgm:presLayoutVars>
      </dgm:prSet>
      <dgm:spPr/>
    </dgm:pt>
    <dgm:pt modelId="{54BD6DFF-D595-F041-A51A-5AF809A552C0}" type="pres">
      <dgm:prSet presAssocID="{D4528D36-6C28-2448-BE38-C78A670BD91D}" presName="titleText3" presStyleLbl="fgAcc2" presStyleIdx="2" presStyleCnt="3" custScaleX="175506" custScaleY="131813" custLinFactX="-100000" custLinFactY="-100000" custLinFactNeighborX="-102528" custLinFactNeighborY="-161236">
        <dgm:presLayoutVars>
          <dgm:chMax val="0"/>
          <dgm:chPref val="0"/>
        </dgm:presLayoutVars>
      </dgm:prSet>
      <dgm:spPr/>
    </dgm:pt>
    <dgm:pt modelId="{1960F80A-C3B1-B349-A3F4-872B3D52F2C9}" type="pres">
      <dgm:prSet presAssocID="{D4528D36-6C28-2448-BE38-C78A670BD91D}" presName="rootConnector3" presStyleLbl="asst1" presStyleIdx="2" presStyleCnt="3"/>
      <dgm:spPr/>
    </dgm:pt>
    <dgm:pt modelId="{67098DCF-239C-EA4A-8701-5CF41F4BDC88}" type="pres">
      <dgm:prSet presAssocID="{D4528D36-6C28-2448-BE38-C78A670BD91D}" presName="hierChild6" presStyleCnt="0"/>
      <dgm:spPr/>
    </dgm:pt>
    <dgm:pt modelId="{9831B57E-6C18-B84B-8FCC-4FD09B3C58B1}" type="pres">
      <dgm:prSet presAssocID="{D4528D36-6C28-2448-BE38-C78A670BD91D}" presName="hierChild7" presStyleCnt="0"/>
      <dgm:spPr/>
    </dgm:pt>
  </dgm:ptLst>
  <dgm:cxnLst>
    <dgm:cxn modelId="{3DEB0E01-5E4B-3543-90C3-9F6DDC06E02F}" srcId="{2B6F2729-184B-E141-B635-0F20F2861154}" destId="{88D416C9-4399-764D-BA5D-F59F1171F7E0}" srcOrd="0" destOrd="0" parTransId="{6B9117C8-051E-5048-BAAB-B0416E38A295}" sibTransId="{4D9B00F5-F537-034E-AF32-C771F264C86B}"/>
    <dgm:cxn modelId="{E33CD00A-6EE6-8E41-864B-ACB032043B4C}" type="presOf" srcId="{D4528D36-6C28-2448-BE38-C78A670BD91D}" destId="{1960F80A-C3B1-B349-A3F4-872B3D52F2C9}" srcOrd="1" destOrd="0" presId="urn:microsoft.com/office/officeart/2008/layout/NameandTitleOrganizationalChart"/>
    <dgm:cxn modelId="{E769650D-DECA-5A45-9D39-7618090A92A6}" type="presOf" srcId="{E1F82241-1578-C743-B8F0-7574F0D7BCFD}" destId="{1347DC7D-4AF4-5E43-8315-7481D9455804}" srcOrd="0" destOrd="0" presId="urn:microsoft.com/office/officeart/2008/layout/NameandTitleOrganizationalChart"/>
    <dgm:cxn modelId="{51C1370E-6081-0C4D-AC9D-8F065B2A1AAB}" type="presOf" srcId="{4D9B00F5-F537-034E-AF32-C771F264C86B}" destId="{C1CDE55D-F587-0F46-9C73-49C899CC1605}" srcOrd="0" destOrd="0" presId="urn:microsoft.com/office/officeart/2008/layout/NameandTitleOrganizationalChart"/>
    <dgm:cxn modelId="{3B1EA70E-B827-984F-9854-BCEC11639EB9}" type="presOf" srcId="{E91E7EA0-7541-974F-B34E-0EE6AE02A8AA}" destId="{B5FB0758-AE4A-C545-A450-06170ED84F65}" srcOrd="1" destOrd="0" presId="urn:microsoft.com/office/officeart/2008/layout/NameandTitleOrganizationalChart"/>
    <dgm:cxn modelId="{4799BB0F-C898-4049-B853-9DFF470DD404}" type="presOf" srcId="{88D416C9-4399-764D-BA5D-F59F1171F7E0}" destId="{45B4E835-BDF1-4E48-AC52-FF36535FCD75}" srcOrd="1" destOrd="0" presId="urn:microsoft.com/office/officeart/2008/layout/NameandTitleOrganizationalChart"/>
    <dgm:cxn modelId="{C9D20C11-6F62-844A-9E51-09B0283DAF6F}" type="presOf" srcId="{B904632D-BE15-2B4C-AFB5-52920751FE13}" destId="{50FB79E2-175C-6043-99BE-88503D4EA79F}" srcOrd="0" destOrd="0" presId="urn:microsoft.com/office/officeart/2008/layout/NameandTitleOrganizationalChart"/>
    <dgm:cxn modelId="{38761B15-0132-5144-AF18-E7196CDDC69A}" type="presOf" srcId="{26A20830-1A93-474C-8D8E-D988AD93FF56}" destId="{82D17EA7-FC3B-624D-A479-8D812CE0EC57}" srcOrd="0" destOrd="0" presId="urn:microsoft.com/office/officeart/2008/layout/NameandTitleOrganizationalChart"/>
    <dgm:cxn modelId="{8F46DD15-B558-F542-9078-0B5D8B29A58A}" srcId="{9DCFA784-C87B-DC42-8245-2DC18F46A69D}" destId="{654B0F96-DE1E-FA49-A5A3-179B9911FBD2}" srcOrd="1" destOrd="0" parTransId="{C8B7B6EA-2DBF-2B46-A939-1D808D390894}" sibTransId="{858AEE57-8E49-784C-8E09-44D8A07D8DDE}"/>
    <dgm:cxn modelId="{5D689017-9617-4640-9D26-8D12EB42810C}" type="presOf" srcId="{5A912775-BD74-A246-B02C-63E5158977D1}" destId="{51350E0A-6637-C649-A579-75E70A421C45}" srcOrd="1" destOrd="0" presId="urn:microsoft.com/office/officeart/2008/layout/NameandTitleOrganizationalChart"/>
    <dgm:cxn modelId="{5A710B1B-E71A-4849-88B0-C38AE51BB0EE}" srcId="{36B28F06-E2BE-624C-8F56-6470175F83CC}" destId="{9DCFA784-C87B-DC42-8245-2DC18F46A69D}" srcOrd="6" destOrd="0" parTransId="{DAA5E491-19EA-564E-B457-6F84FA3FE870}" sibTransId="{3175C0CC-C6ED-FA49-BCB7-9EE44EA89C18}"/>
    <dgm:cxn modelId="{BDF6111C-2059-1F43-B060-05BF113CF348}" type="presOf" srcId="{D055C170-25CF-DB4F-B649-587B4D6BCBF2}" destId="{7374A6AC-0145-1441-BF44-4EE8C93D39BE}" srcOrd="0" destOrd="0" presId="urn:microsoft.com/office/officeart/2008/layout/NameandTitleOrganizationalChart"/>
    <dgm:cxn modelId="{84F4141C-72E1-484C-806B-0498A03EC0CD}" type="presOf" srcId="{1A2DDAEB-7E4B-7841-98A4-C7328AD6B359}" destId="{D307560B-580B-844A-AF85-49F62ACEE651}" srcOrd="0" destOrd="0" presId="urn:microsoft.com/office/officeart/2008/layout/NameandTitleOrganizationalChart"/>
    <dgm:cxn modelId="{614B4F1E-90C1-9D43-9203-FFC847A039BE}" type="presOf" srcId="{96E050E1-0B96-2143-917C-02C682900E97}" destId="{E2CE50B5-94E2-DD41-AA39-D5C0E280B949}" srcOrd="0" destOrd="0" presId="urn:microsoft.com/office/officeart/2008/layout/NameandTitleOrganizationalChart"/>
    <dgm:cxn modelId="{382F3026-FD2E-D54B-960E-34B112EF35AE}" type="presOf" srcId="{16F26C0F-6694-8C4F-B4EC-9DB2DDBC69F7}" destId="{911E9C21-5923-2B4D-8218-898A5DEDCEB7}" srcOrd="0" destOrd="0" presId="urn:microsoft.com/office/officeart/2008/layout/NameandTitleOrganizationalChart"/>
    <dgm:cxn modelId="{399E0929-5EA3-4348-8BE5-EF8E62920BC2}" type="presOf" srcId="{2B6F2729-184B-E141-B635-0F20F2861154}" destId="{CBFCE435-C6AE-E449-A5CF-C8CEAA2FC28B}" srcOrd="0" destOrd="0" presId="urn:microsoft.com/office/officeart/2008/layout/NameandTitleOrganizationalChart"/>
    <dgm:cxn modelId="{F3BFB32A-A096-EE42-973E-0DD7EED2F67A}" type="presOf" srcId="{1679CB31-27AA-5B4E-B956-DA77393261C7}" destId="{899F5B13-6EDA-6C40-B4A1-B92EBA9853F6}" srcOrd="0" destOrd="0" presId="urn:microsoft.com/office/officeart/2008/layout/NameandTitleOrganizationalChart"/>
    <dgm:cxn modelId="{25295E2C-933D-A74A-8624-41C926784E11}" srcId="{9DCFA784-C87B-DC42-8245-2DC18F46A69D}" destId="{B250B062-0CB3-264A-869C-DBE082E63E46}" srcOrd="0" destOrd="0" parTransId="{504BBCB4-2641-8049-8E02-DD1E7DB6C0AC}" sibTransId="{170E53A9-8396-3E4C-98D8-79361CD97DE0}"/>
    <dgm:cxn modelId="{471CFE30-D903-7F47-A1FF-C7BA20C3D64D}" type="presOf" srcId="{9DCFA784-C87B-DC42-8245-2DC18F46A69D}" destId="{4DB775DB-C27C-244A-A787-82A758F795FF}" srcOrd="0" destOrd="0" presId="urn:microsoft.com/office/officeart/2008/layout/NameandTitleOrganizationalChart"/>
    <dgm:cxn modelId="{357EA331-70A8-C248-9B8F-667DB7F4A9C5}" type="presOf" srcId="{6B9117C8-051E-5048-BAAB-B0416E38A295}" destId="{25280A67-76C9-CF48-94E4-DB7ACBEC6EA2}" srcOrd="0" destOrd="0" presId="urn:microsoft.com/office/officeart/2008/layout/NameandTitleOrganizationalChart"/>
    <dgm:cxn modelId="{28DAC435-2B5F-374D-B30C-4E66F479081E}" srcId="{36B28F06-E2BE-624C-8F56-6470175F83CC}" destId="{D4528D36-6C28-2448-BE38-C78A670BD91D}" srcOrd="2" destOrd="0" parTransId="{11BC3677-EB46-5A4D-BA19-D945FFB163D6}" sibTransId="{BEB5030E-43C9-E149-B9FF-06BE63F3B75B}"/>
    <dgm:cxn modelId="{2BCD6B38-31AD-B14A-BB72-1AEA2D3F76E7}" type="presOf" srcId="{504BBCB4-2641-8049-8E02-DD1E7DB6C0AC}" destId="{2D0DBC04-4FAD-BD40-A7BA-3601829DAD90}" srcOrd="0" destOrd="0" presId="urn:microsoft.com/office/officeart/2008/layout/NameandTitleOrganizationalChart"/>
    <dgm:cxn modelId="{F3FC723A-DB82-954C-9FF7-A3D5D2642A53}" type="presOf" srcId="{FE89C3DE-5A2D-1B40-9771-BEEE1DF11C4C}" destId="{918EE4E8-7297-5D40-B8F2-D9C8194B06D3}" srcOrd="0" destOrd="0" presId="urn:microsoft.com/office/officeart/2008/layout/NameandTitleOrganizationalChart"/>
    <dgm:cxn modelId="{7F007A3A-0634-C143-8557-50F8337CB876}" type="presOf" srcId="{AB8467E0-71FB-0342-B4B8-F71E4E65EB16}" destId="{0224D4CA-5849-7A42-B171-053CB2E6C84A}" srcOrd="0" destOrd="0" presId="urn:microsoft.com/office/officeart/2008/layout/NameandTitleOrganizationalChart"/>
    <dgm:cxn modelId="{7CB5413C-0798-7B49-B0C1-BCAFA3D6D103}" type="presOf" srcId="{36B28F06-E2BE-624C-8F56-6470175F83CC}" destId="{F747BAD9-4043-CC4C-BFDE-3719E8AF484A}" srcOrd="1" destOrd="0" presId="urn:microsoft.com/office/officeart/2008/layout/NameandTitleOrganizationalChart"/>
    <dgm:cxn modelId="{E57C213F-C866-D149-9709-FF46E715E627}" type="presOf" srcId="{2B2875B7-0562-5640-8237-EAEB17C953BF}" destId="{791775AD-B8E9-2644-8CE1-BF192A880689}" srcOrd="0" destOrd="0" presId="urn:microsoft.com/office/officeart/2008/layout/NameandTitleOrganizationalChart"/>
    <dgm:cxn modelId="{0EE90A46-8D00-1E43-B6D4-5ADBBA3279B1}" srcId="{36B28F06-E2BE-624C-8F56-6470175F83CC}" destId="{1679CB31-27AA-5B4E-B956-DA77393261C7}" srcOrd="1" destOrd="0" parTransId="{D045CFBA-B572-A948-9C12-1B7EFF5DDBE4}" sibTransId="{1A2DDAEB-7E4B-7841-98A4-C7328AD6B359}"/>
    <dgm:cxn modelId="{8B863A4B-8FC6-3045-82E0-388F098F11D4}" type="presOf" srcId="{226C82BF-BDF7-2B44-B379-6C65C518D6E1}" destId="{8348D2E8-BB8F-D04C-BCE4-8DD93CE2D0CC}" srcOrd="0" destOrd="0" presId="urn:microsoft.com/office/officeart/2008/layout/NameandTitleOrganizationalChart"/>
    <dgm:cxn modelId="{C744AF52-66E6-AD43-991F-3472FD6019F2}" type="presOf" srcId="{36B28F06-E2BE-624C-8F56-6470175F83CC}" destId="{F9314137-E4F2-3D4C-8A65-24670A808680}" srcOrd="0" destOrd="0" presId="urn:microsoft.com/office/officeart/2008/layout/NameandTitleOrganizationalChart"/>
    <dgm:cxn modelId="{6AB05653-4ABA-FB4D-B9DE-72279C2751A3}" type="presOf" srcId="{D045CFBA-B572-A948-9C12-1B7EFF5DDBE4}" destId="{59A9FE09-59E2-8447-9BB3-26490B2BC205}" srcOrd="0" destOrd="0" presId="urn:microsoft.com/office/officeart/2008/layout/NameandTitleOrganizationalChart"/>
    <dgm:cxn modelId="{9AB7BD59-3901-F540-9B46-89030DF17B5F}" type="presOf" srcId="{654B0F96-DE1E-FA49-A5A3-179B9911FBD2}" destId="{3B86DE6F-E836-7443-B53A-497B8351EAF1}" srcOrd="0" destOrd="0" presId="urn:microsoft.com/office/officeart/2008/layout/NameandTitleOrganizationalChart"/>
    <dgm:cxn modelId="{FCCB075C-0F2F-2A49-8558-18C5C9969AE3}" type="presOf" srcId="{C8B7B6EA-2DBF-2B46-A939-1D808D390894}" destId="{D63CFA0D-00DD-8D41-B221-BF2062F11151}" srcOrd="0" destOrd="0" presId="urn:microsoft.com/office/officeart/2008/layout/NameandTitleOrganizationalChart"/>
    <dgm:cxn modelId="{BE65C45E-577F-924C-95F5-BDD0D09DE9B4}" type="presOf" srcId="{DDD45DF3-C08F-2143-A03F-4EE555D69DFE}" destId="{DDA0C070-CE9F-F143-9F23-55DB1DEAABE5}" srcOrd="0" destOrd="0" presId="urn:microsoft.com/office/officeart/2008/layout/NameandTitleOrganizationalChart"/>
    <dgm:cxn modelId="{435C8160-7797-F340-9F17-2C742989DD34}" type="presOf" srcId="{D4528D36-6C28-2448-BE38-C78A670BD91D}" destId="{79363692-3A80-844B-A62D-3356CA3B8D88}" srcOrd="0" destOrd="0" presId="urn:microsoft.com/office/officeart/2008/layout/NameandTitleOrganizationalChart"/>
    <dgm:cxn modelId="{DC143E6C-23ED-674F-999C-296286E5B1CB}" type="presOf" srcId="{96E050E1-0B96-2143-917C-02C682900E97}" destId="{1AD3D879-96CE-9146-BB55-64A3C75BBB1F}" srcOrd="1" destOrd="0" presId="urn:microsoft.com/office/officeart/2008/layout/NameandTitleOrganizationalChart"/>
    <dgm:cxn modelId="{5B307671-936F-FC4A-A27D-3848FBD29B92}" type="presOf" srcId="{069127A5-5F3A-EF47-9D8D-65B477E629BE}" destId="{3D418AF1-C1B3-C24C-A7F4-8950EB54E840}" srcOrd="0" destOrd="0" presId="urn:microsoft.com/office/officeart/2008/layout/NameandTitleOrganizationalChart"/>
    <dgm:cxn modelId="{47815173-78C6-4A4E-8257-984B46FAD0ED}" srcId="{9DCFA784-C87B-DC42-8245-2DC18F46A69D}" destId="{88BCB50E-2F5E-2D48-9631-DB83DEA46160}" srcOrd="2" destOrd="0" parTransId="{83ECE35A-68E5-5846-B16C-2A69E2DFB894}" sibTransId="{226C82BF-BDF7-2B44-B379-6C65C518D6E1}"/>
    <dgm:cxn modelId="{61511781-6EA9-9A47-96D7-DB28BB77083A}" type="presOf" srcId="{BEB5030E-43C9-E149-B9FF-06BE63F3B75B}" destId="{54BD6DFF-D595-F041-A51A-5AF809A552C0}" srcOrd="0" destOrd="0" presId="urn:microsoft.com/office/officeart/2008/layout/NameandTitleOrganizationalChart"/>
    <dgm:cxn modelId="{F1662F81-2533-F54E-8EAD-64D8401DB76D}" type="presOf" srcId="{80589D8E-F48D-154D-8D66-A8A4917E5A2D}" destId="{9DEC4202-755A-2344-8796-6F2918EB0F12}" srcOrd="0" destOrd="0" presId="urn:microsoft.com/office/officeart/2008/layout/NameandTitleOrganizationalChart"/>
    <dgm:cxn modelId="{15824288-9D47-B440-BF2B-E5507B87CAD2}" type="presOf" srcId="{1679CB31-27AA-5B4E-B956-DA77393261C7}" destId="{050ABBF3-6427-6A4D-8D47-CED06369BE98}" srcOrd="1" destOrd="0" presId="urn:microsoft.com/office/officeart/2008/layout/NameandTitleOrganizationalChart"/>
    <dgm:cxn modelId="{C6FCB78F-815C-A34B-A1BB-88F2BCD7E4C8}" type="presOf" srcId="{37EC8796-1EE6-3649-82AF-2A4CA26BBBFD}" destId="{DE06B1E3-E09B-3B4A-B48C-5FE8545986C3}" srcOrd="0" destOrd="0" presId="urn:microsoft.com/office/officeart/2008/layout/NameandTitleOrganizationalChart"/>
    <dgm:cxn modelId="{640FEE8F-40D7-8648-9613-EE3D8926C106}" type="presOf" srcId="{3175C0CC-C6ED-FA49-BCB7-9EE44EA89C18}" destId="{17460135-3B8C-4D41-A599-31A5BE1C7AED}" srcOrd="0" destOrd="0" presId="urn:microsoft.com/office/officeart/2008/layout/NameandTitleOrganizationalChart"/>
    <dgm:cxn modelId="{C2443C92-4CC6-7B43-9F70-3A375C9894A9}" type="presOf" srcId="{5A912775-BD74-A246-B02C-63E5158977D1}" destId="{D4669CB2-A470-0E47-BFA1-34C9F15B8A10}" srcOrd="0" destOrd="0" presId="urn:microsoft.com/office/officeart/2008/layout/NameandTitleOrganizationalChart"/>
    <dgm:cxn modelId="{BC402D94-393A-2049-A49C-CD15C2CB0136}" srcId="{36B28F06-E2BE-624C-8F56-6470175F83CC}" destId="{2B6F2729-184B-E141-B635-0F20F2861154}" srcOrd="5" destOrd="0" parTransId="{6D7F7FC2-D048-2240-8029-1A3304DAB8CC}" sibTransId="{D055C170-25CF-DB4F-B649-587B4D6BCBF2}"/>
    <dgm:cxn modelId="{FFBDA499-E5EF-5744-9405-AD8260F58C00}" type="presOf" srcId="{2B6F2729-184B-E141-B635-0F20F2861154}" destId="{1ECC01AB-6711-A249-9F9A-71D5FD043397}" srcOrd="1" destOrd="0" presId="urn:microsoft.com/office/officeart/2008/layout/NameandTitleOrganizationalChart"/>
    <dgm:cxn modelId="{B779C699-B6C1-CE44-A547-04EFBAE40C42}" srcId="{36B28F06-E2BE-624C-8F56-6470175F83CC}" destId="{96E050E1-0B96-2143-917C-02C682900E97}" srcOrd="3" destOrd="0" parTransId="{DDD45DF3-C08F-2143-A03F-4EE555D69DFE}" sibTransId="{16F26C0F-6694-8C4F-B4EC-9DB2DDBC69F7}"/>
    <dgm:cxn modelId="{EB5B679E-75C9-C744-B567-D75AB0A1D37C}" type="presOf" srcId="{DAA5E491-19EA-564E-B457-6F84FA3FE870}" destId="{B8F8652F-802E-2743-9975-E8FEF37F49E1}" srcOrd="0" destOrd="0" presId="urn:microsoft.com/office/officeart/2008/layout/NameandTitleOrganizationalChart"/>
    <dgm:cxn modelId="{95F9579F-E550-5F44-971C-0D1EAD632899}" srcId="{FE89C3DE-5A2D-1B40-9771-BEEE1DF11C4C}" destId="{36B28F06-E2BE-624C-8F56-6470175F83CC}" srcOrd="0" destOrd="0" parTransId="{8191AB61-3DB7-9E49-9997-77DBB8997CC2}" sibTransId="{E1F82241-1578-C743-B8F0-7574F0D7BCFD}"/>
    <dgm:cxn modelId="{465D24A1-9826-0D40-82A2-F403EC2FCB79}" srcId="{B904632D-BE15-2B4C-AFB5-52920751FE13}" destId="{2B2875B7-0562-5640-8237-EAEB17C953BF}" srcOrd="1" destOrd="0" parTransId="{AB8467E0-71FB-0342-B4B8-F71E4E65EB16}" sibTransId="{069127A5-5F3A-EF47-9D8D-65B477E629BE}"/>
    <dgm:cxn modelId="{E07762A1-7657-0F48-821D-280A342ABA12}" type="presOf" srcId="{170E53A9-8396-3E4C-98D8-79361CD97DE0}" destId="{CCDAF866-5867-C546-BEBE-2B7973B8DDED}" srcOrd="0" destOrd="0" presId="urn:microsoft.com/office/officeart/2008/layout/NameandTitleOrganizationalChart"/>
    <dgm:cxn modelId="{D50F74A5-20C8-0746-B833-968A5EA9354A}" type="presOf" srcId="{B904632D-BE15-2B4C-AFB5-52920751FE13}" destId="{776BA0EF-BEF5-5A49-9FDC-19EAF1D8BB60}" srcOrd="1" destOrd="0" presId="urn:microsoft.com/office/officeart/2008/layout/NameandTitleOrganizationalChart"/>
    <dgm:cxn modelId="{110A31AC-8FAB-6F47-8E0D-CB4F9400B9D5}" type="presOf" srcId="{2B2875B7-0562-5640-8237-EAEB17C953BF}" destId="{67B36177-C56A-D042-9FF0-58460494D967}" srcOrd="1" destOrd="0" presId="urn:microsoft.com/office/officeart/2008/layout/NameandTitleOrganizationalChart"/>
    <dgm:cxn modelId="{74544AB0-51DF-854F-9A3F-F4F0B4EDAC47}" type="presOf" srcId="{88BCB50E-2F5E-2D48-9631-DB83DEA46160}" destId="{829F2A79-C6C9-4848-A178-57BC6D9CAC26}" srcOrd="0" destOrd="0" presId="urn:microsoft.com/office/officeart/2008/layout/NameandTitleOrganizationalChart"/>
    <dgm:cxn modelId="{9DF913B2-B58A-5A4C-8AE3-60A8D0F8EB3F}" type="presOf" srcId="{B250B062-0CB3-264A-869C-DBE082E63E46}" destId="{7FAE8EDF-7C57-5C4A-A22C-6A26D7DC8552}" srcOrd="0" destOrd="0" presId="urn:microsoft.com/office/officeart/2008/layout/NameandTitleOrganizationalChart"/>
    <dgm:cxn modelId="{FEAF9DB2-24E0-B747-971C-F2522541D4C1}" type="presOf" srcId="{11BC3677-EB46-5A4D-BA19-D945FFB163D6}" destId="{6F698BA5-1D6D-1645-8C36-4A9F8C4BCA1E}" srcOrd="0" destOrd="0" presId="urn:microsoft.com/office/officeart/2008/layout/NameandTitleOrganizationalChart"/>
    <dgm:cxn modelId="{8939E0BE-3184-774B-80EC-FA3BB68FB743}" type="presOf" srcId="{55F3E47F-17A4-E94B-96A2-03991FC2764D}" destId="{2B3177EE-12EC-CC4B-86F9-8F6C811CB028}" srcOrd="0" destOrd="0" presId="urn:microsoft.com/office/officeart/2008/layout/NameandTitleOrganizationalChart"/>
    <dgm:cxn modelId="{993D40C1-98C3-CB48-B507-FD4B6021E2DC}" type="presOf" srcId="{B250B062-0CB3-264A-869C-DBE082E63E46}" destId="{752B9137-8CEE-574E-B7AE-0605E9CA9EAF}" srcOrd="1" destOrd="0" presId="urn:microsoft.com/office/officeart/2008/layout/NameandTitleOrganizationalChart"/>
    <dgm:cxn modelId="{8CDD31C4-98D0-324A-B35C-F5F8EBAD92BA}" type="presOf" srcId="{E91E7EA0-7541-974F-B34E-0EE6AE02A8AA}" destId="{21E448FA-906D-E64F-AF79-992DF2B63002}" srcOrd="0" destOrd="0" presId="urn:microsoft.com/office/officeart/2008/layout/NameandTitleOrganizationalChart"/>
    <dgm:cxn modelId="{56251CC5-5EF8-FE44-B6E5-A27EE23E9C8B}" type="presOf" srcId="{9DCFA784-C87B-DC42-8245-2DC18F46A69D}" destId="{073539D9-BDCF-CE48-97EA-566D64A11088}" srcOrd="1" destOrd="0" presId="urn:microsoft.com/office/officeart/2008/layout/NameandTitleOrganizationalChart"/>
    <dgm:cxn modelId="{A0035ECE-454B-4340-A817-E281AB49B4A3}" type="presOf" srcId="{0E3DB793-D065-8B43-B76D-1E6D57B3EACE}" destId="{31907B83-C836-8A4A-A48A-9DD49D80F162}" srcOrd="0" destOrd="0" presId="urn:microsoft.com/office/officeart/2008/layout/NameandTitleOrganizationalChart"/>
    <dgm:cxn modelId="{811E5BD9-3985-D547-9FB8-A79EEDDDC007}" type="presOf" srcId="{83ECE35A-68E5-5846-B16C-2A69E2DFB894}" destId="{6D010D6C-E7D5-E146-9BDB-2E54C4B45FC9}" srcOrd="0" destOrd="0" presId="urn:microsoft.com/office/officeart/2008/layout/NameandTitleOrganizationalChart"/>
    <dgm:cxn modelId="{FF476ADE-1CE4-8349-B6CB-322BBAA9F0F4}" srcId="{36B28F06-E2BE-624C-8F56-6470175F83CC}" destId="{B904632D-BE15-2B4C-AFB5-52920751FE13}" srcOrd="4" destOrd="0" parTransId="{90D26952-82E4-3D40-80BF-0ACF4BA68BE9}" sibTransId="{55F3E47F-17A4-E94B-96A2-03991FC2764D}"/>
    <dgm:cxn modelId="{A4C185DE-4747-B846-8429-B95375BEFB54}" type="presOf" srcId="{6D7F7FC2-D048-2240-8029-1A3304DAB8CC}" destId="{3EB20C4E-C168-2C47-9EA3-0173AB662BA8}" srcOrd="0" destOrd="0" presId="urn:microsoft.com/office/officeart/2008/layout/NameandTitleOrganizationalChart"/>
    <dgm:cxn modelId="{D3AE17E0-0BFB-EE47-882D-AC230085E7A6}" type="presOf" srcId="{654B0F96-DE1E-FA49-A5A3-179B9911FBD2}" destId="{89DDC78D-0F74-4345-AF85-1F77AFB7EFFF}" srcOrd="1" destOrd="0" presId="urn:microsoft.com/office/officeart/2008/layout/NameandTitleOrganizationalChart"/>
    <dgm:cxn modelId="{2ED7D8E6-59A6-2149-9DD1-042E4904E6AD}" srcId="{36B28F06-E2BE-624C-8F56-6470175F83CC}" destId="{5A912775-BD74-A246-B02C-63E5158977D1}" srcOrd="0" destOrd="0" parTransId="{0E3DB793-D065-8B43-B76D-1E6D57B3EACE}" sibTransId="{80589D8E-F48D-154D-8D66-A8A4917E5A2D}"/>
    <dgm:cxn modelId="{D5D27CE7-DCE5-BC45-94A1-61DF55363548}" srcId="{B904632D-BE15-2B4C-AFB5-52920751FE13}" destId="{E91E7EA0-7541-974F-B34E-0EE6AE02A8AA}" srcOrd="0" destOrd="0" parTransId="{26A20830-1A93-474C-8D8E-D988AD93FF56}" sibTransId="{37EC8796-1EE6-3649-82AF-2A4CA26BBBFD}"/>
    <dgm:cxn modelId="{AD73B7EA-6D86-354F-AEA8-C5FD3505F474}" type="presOf" srcId="{88D416C9-4399-764D-BA5D-F59F1171F7E0}" destId="{FA51453F-E189-DE47-9453-7928C923030B}" srcOrd="0" destOrd="0" presId="urn:microsoft.com/office/officeart/2008/layout/NameandTitleOrganizationalChart"/>
    <dgm:cxn modelId="{600352F2-8AE8-1049-90E4-6B14DCA4E854}" type="presOf" srcId="{88BCB50E-2F5E-2D48-9631-DB83DEA46160}" destId="{48DF18B0-5ADD-7246-A465-B275F9B1EDF8}" srcOrd="1" destOrd="0" presId="urn:microsoft.com/office/officeart/2008/layout/NameandTitleOrganizationalChart"/>
    <dgm:cxn modelId="{DECA1DF7-A091-444D-9337-EEE161EE1273}" type="presOf" srcId="{90D26952-82E4-3D40-80BF-0ACF4BA68BE9}" destId="{79F912CB-B871-E943-A009-6BFB7C08D2A1}" srcOrd="0" destOrd="0" presId="urn:microsoft.com/office/officeart/2008/layout/NameandTitleOrganizationalChart"/>
    <dgm:cxn modelId="{301EFCF7-26E4-9B45-8D8B-5F7E21F02B8E}" type="presOf" srcId="{858AEE57-8E49-784C-8E09-44D8A07D8DDE}" destId="{B158C5ED-1FBA-9340-A4A4-0CC55B0ECD1F}" srcOrd="0" destOrd="0" presId="urn:microsoft.com/office/officeart/2008/layout/NameandTitleOrganizationalChart"/>
    <dgm:cxn modelId="{F91A6AAA-FD7E-BA42-8A69-D1BCAEC4DE5D}" type="presParOf" srcId="{918EE4E8-7297-5D40-B8F2-D9C8194B06D3}" destId="{E4156840-43D0-174F-865A-169293B74785}" srcOrd="0" destOrd="0" presId="urn:microsoft.com/office/officeart/2008/layout/NameandTitleOrganizationalChart"/>
    <dgm:cxn modelId="{42AE63F1-2956-D145-91D4-6DAFAAFAD16D}" type="presParOf" srcId="{E4156840-43D0-174F-865A-169293B74785}" destId="{2AFF4761-EE64-A542-B679-35F6E2B8BFBB}" srcOrd="0" destOrd="0" presId="urn:microsoft.com/office/officeart/2008/layout/NameandTitleOrganizationalChart"/>
    <dgm:cxn modelId="{469D10FC-7A06-2D40-BE7B-213176969EB0}" type="presParOf" srcId="{2AFF4761-EE64-A542-B679-35F6E2B8BFBB}" destId="{F9314137-E4F2-3D4C-8A65-24670A808680}" srcOrd="0" destOrd="0" presId="urn:microsoft.com/office/officeart/2008/layout/NameandTitleOrganizationalChart"/>
    <dgm:cxn modelId="{3BC03B1A-2753-9748-AAF0-BB5F27BF365D}" type="presParOf" srcId="{2AFF4761-EE64-A542-B679-35F6E2B8BFBB}" destId="{1347DC7D-4AF4-5E43-8315-7481D9455804}" srcOrd="1" destOrd="0" presId="urn:microsoft.com/office/officeart/2008/layout/NameandTitleOrganizationalChart"/>
    <dgm:cxn modelId="{F2B52AB1-B730-A142-9A92-1A4EF9253CD5}" type="presParOf" srcId="{2AFF4761-EE64-A542-B679-35F6E2B8BFBB}" destId="{F747BAD9-4043-CC4C-BFDE-3719E8AF484A}" srcOrd="2" destOrd="0" presId="urn:microsoft.com/office/officeart/2008/layout/NameandTitleOrganizationalChart"/>
    <dgm:cxn modelId="{6ECA9191-071C-8F4C-84B4-2E2556D26BB7}" type="presParOf" srcId="{E4156840-43D0-174F-865A-169293B74785}" destId="{1CAFD2F5-2D1A-E244-9E94-1D414AFC84B5}" srcOrd="1" destOrd="0" presId="urn:microsoft.com/office/officeart/2008/layout/NameandTitleOrganizationalChart"/>
    <dgm:cxn modelId="{ACA24665-2F66-E949-BC5A-0282D4A58D6A}" type="presParOf" srcId="{1CAFD2F5-2D1A-E244-9E94-1D414AFC84B5}" destId="{DDA0C070-CE9F-F143-9F23-55DB1DEAABE5}" srcOrd="0" destOrd="0" presId="urn:microsoft.com/office/officeart/2008/layout/NameandTitleOrganizationalChart"/>
    <dgm:cxn modelId="{6FFD4419-CC5A-8943-88BE-6A79A10BA08A}" type="presParOf" srcId="{1CAFD2F5-2D1A-E244-9E94-1D414AFC84B5}" destId="{FCC40917-B402-3A4F-9DB6-A5723AB4617E}" srcOrd="1" destOrd="0" presId="urn:microsoft.com/office/officeart/2008/layout/NameandTitleOrganizationalChart"/>
    <dgm:cxn modelId="{7EEE128C-E085-434A-91A8-167B20990B97}" type="presParOf" srcId="{FCC40917-B402-3A4F-9DB6-A5723AB4617E}" destId="{C6DE42BE-8E7D-C44D-A9F4-56D03432BB89}" srcOrd="0" destOrd="0" presId="urn:microsoft.com/office/officeart/2008/layout/NameandTitleOrganizationalChart"/>
    <dgm:cxn modelId="{791B3A21-7B4A-3349-94E2-72FCC7FCADE6}" type="presParOf" srcId="{C6DE42BE-8E7D-C44D-A9F4-56D03432BB89}" destId="{E2CE50B5-94E2-DD41-AA39-D5C0E280B949}" srcOrd="0" destOrd="0" presId="urn:microsoft.com/office/officeart/2008/layout/NameandTitleOrganizationalChart"/>
    <dgm:cxn modelId="{9CEDB40E-1A03-BF47-BAC8-6E97E8DAB761}" type="presParOf" srcId="{C6DE42BE-8E7D-C44D-A9F4-56D03432BB89}" destId="{911E9C21-5923-2B4D-8218-898A5DEDCEB7}" srcOrd="1" destOrd="0" presId="urn:microsoft.com/office/officeart/2008/layout/NameandTitleOrganizationalChart"/>
    <dgm:cxn modelId="{F0376F60-1AEE-7B45-9F40-731D2115CA02}" type="presParOf" srcId="{C6DE42BE-8E7D-C44D-A9F4-56D03432BB89}" destId="{1AD3D879-96CE-9146-BB55-64A3C75BBB1F}" srcOrd="2" destOrd="0" presId="urn:microsoft.com/office/officeart/2008/layout/NameandTitleOrganizationalChart"/>
    <dgm:cxn modelId="{6294D8A8-3815-9447-9A02-56C3B8083CF6}" type="presParOf" srcId="{FCC40917-B402-3A4F-9DB6-A5723AB4617E}" destId="{948BE965-715D-6D46-9EA1-8375BE8F48A1}" srcOrd="1" destOrd="0" presId="urn:microsoft.com/office/officeart/2008/layout/NameandTitleOrganizationalChart"/>
    <dgm:cxn modelId="{5C473003-20A2-2644-A9D2-79BCFA2E4671}" type="presParOf" srcId="{FCC40917-B402-3A4F-9DB6-A5723AB4617E}" destId="{12123942-A476-3F49-B2C1-DC231760A958}" srcOrd="2" destOrd="0" presId="urn:microsoft.com/office/officeart/2008/layout/NameandTitleOrganizationalChart"/>
    <dgm:cxn modelId="{6AC6B68E-E925-E74F-8BE3-576BBC9717D1}" type="presParOf" srcId="{1CAFD2F5-2D1A-E244-9E94-1D414AFC84B5}" destId="{79F912CB-B871-E943-A009-6BFB7C08D2A1}" srcOrd="2" destOrd="0" presId="urn:microsoft.com/office/officeart/2008/layout/NameandTitleOrganizationalChart"/>
    <dgm:cxn modelId="{9655A59D-0F6E-984F-8E99-18D5A6A0747B}" type="presParOf" srcId="{1CAFD2F5-2D1A-E244-9E94-1D414AFC84B5}" destId="{2624E466-350A-D849-AF9F-A9524E9C8915}" srcOrd="3" destOrd="0" presId="urn:microsoft.com/office/officeart/2008/layout/NameandTitleOrganizationalChart"/>
    <dgm:cxn modelId="{DFDFFB57-257D-B740-A7C9-CD3812DF0D0B}" type="presParOf" srcId="{2624E466-350A-D849-AF9F-A9524E9C8915}" destId="{84F2FE0B-73B6-884F-9BDC-89F001D2C1A7}" srcOrd="0" destOrd="0" presId="urn:microsoft.com/office/officeart/2008/layout/NameandTitleOrganizationalChart"/>
    <dgm:cxn modelId="{E9C16F92-0EC0-C048-91D7-4EDA154B7EAE}" type="presParOf" srcId="{84F2FE0B-73B6-884F-9BDC-89F001D2C1A7}" destId="{50FB79E2-175C-6043-99BE-88503D4EA79F}" srcOrd="0" destOrd="0" presId="urn:microsoft.com/office/officeart/2008/layout/NameandTitleOrganizationalChart"/>
    <dgm:cxn modelId="{9C176001-89AA-1B46-A3E3-F9A8A95A3D7B}" type="presParOf" srcId="{84F2FE0B-73B6-884F-9BDC-89F001D2C1A7}" destId="{2B3177EE-12EC-CC4B-86F9-8F6C811CB028}" srcOrd="1" destOrd="0" presId="urn:microsoft.com/office/officeart/2008/layout/NameandTitleOrganizationalChart"/>
    <dgm:cxn modelId="{2ECA4FEC-90E5-8B41-83E8-78C1084738B6}" type="presParOf" srcId="{84F2FE0B-73B6-884F-9BDC-89F001D2C1A7}" destId="{776BA0EF-BEF5-5A49-9FDC-19EAF1D8BB60}" srcOrd="2" destOrd="0" presId="urn:microsoft.com/office/officeart/2008/layout/NameandTitleOrganizationalChart"/>
    <dgm:cxn modelId="{8617B0E1-E6E1-9541-9880-13FF2AE8F619}" type="presParOf" srcId="{2624E466-350A-D849-AF9F-A9524E9C8915}" destId="{817D1DC2-3E10-F745-8BE1-1A351A0017B2}" srcOrd="1" destOrd="0" presId="urn:microsoft.com/office/officeart/2008/layout/NameandTitleOrganizationalChart"/>
    <dgm:cxn modelId="{18386E17-16A2-B747-9664-D1458BDD454C}" type="presParOf" srcId="{817D1DC2-3E10-F745-8BE1-1A351A0017B2}" destId="{82D17EA7-FC3B-624D-A479-8D812CE0EC57}" srcOrd="0" destOrd="0" presId="urn:microsoft.com/office/officeart/2008/layout/NameandTitleOrganizationalChart"/>
    <dgm:cxn modelId="{597EDFAF-4487-2641-AFE5-7DAF68A4ACF5}" type="presParOf" srcId="{817D1DC2-3E10-F745-8BE1-1A351A0017B2}" destId="{8B460885-107C-B847-8584-5F6C59264ABC}" srcOrd="1" destOrd="0" presId="urn:microsoft.com/office/officeart/2008/layout/NameandTitleOrganizationalChart"/>
    <dgm:cxn modelId="{6D31D857-1C15-1C40-810B-BD13B4732A3D}" type="presParOf" srcId="{8B460885-107C-B847-8584-5F6C59264ABC}" destId="{64A522E7-579B-C84B-BDAA-C29824641406}" srcOrd="0" destOrd="0" presId="urn:microsoft.com/office/officeart/2008/layout/NameandTitleOrganizationalChart"/>
    <dgm:cxn modelId="{9607A5F3-39D1-464D-A779-C81A626D61CD}" type="presParOf" srcId="{64A522E7-579B-C84B-BDAA-C29824641406}" destId="{21E448FA-906D-E64F-AF79-992DF2B63002}" srcOrd="0" destOrd="0" presId="urn:microsoft.com/office/officeart/2008/layout/NameandTitleOrganizationalChart"/>
    <dgm:cxn modelId="{A297BBEB-2644-114F-B540-1D18162BB02F}" type="presParOf" srcId="{64A522E7-579B-C84B-BDAA-C29824641406}" destId="{DE06B1E3-E09B-3B4A-B48C-5FE8545986C3}" srcOrd="1" destOrd="0" presId="urn:microsoft.com/office/officeart/2008/layout/NameandTitleOrganizationalChart"/>
    <dgm:cxn modelId="{8A91EBD6-CCA8-F64C-9286-F842160227D0}" type="presParOf" srcId="{64A522E7-579B-C84B-BDAA-C29824641406}" destId="{B5FB0758-AE4A-C545-A450-06170ED84F65}" srcOrd="2" destOrd="0" presId="urn:microsoft.com/office/officeart/2008/layout/NameandTitleOrganizationalChart"/>
    <dgm:cxn modelId="{87008E99-23AD-F74B-B923-66D232B09670}" type="presParOf" srcId="{8B460885-107C-B847-8584-5F6C59264ABC}" destId="{ED58E338-3E22-4144-A915-F9DD9B8F5E84}" srcOrd="1" destOrd="0" presId="urn:microsoft.com/office/officeart/2008/layout/NameandTitleOrganizationalChart"/>
    <dgm:cxn modelId="{664840B8-3B7B-AD49-A0DA-1D40B6BA4339}" type="presParOf" srcId="{8B460885-107C-B847-8584-5F6C59264ABC}" destId="{F95DE54F-8941-FF4F-910D-12AB6BAC3382}" srcOrd="2" destOrd="0" presId="urn:microsoft.com/office/officeart/2008/layout/NameandTitleOrganizationalChart"/>
    <dgm:cxn modelId="{83BC1D28-FD0C-8A42-9826-2E845F11768D}" type="presParOf" srcId="{817D1DC2-3E10-F745-8BE1-1A351A0017B2}" destId="{0224D4CA-5849-7A42-B171-053CB2E6C84A}" srcOrd="2" destOrd="0" presId="urn:microsoft.com/office/officeart/2008/layout/NameandTitleOrganizationalChart"/>
    <dgm:cxn modelId="{B09036BB-1FA5-AB4D-92D2-B78AA987FB72}" type="presParOf" srcId="{817D1DC2-3E10-F745-8BE1-1A351A0017B2}" destId="{2054BEFE-72B3-9F4D-B2ED-16EB496B4A7D}" srcOrd="3" destOrd="0" presId="urn:microsoft.com/office/officeart/2008/layout/NameandTitleOrganizationalChart"/>
    <dgm:cxn modelId="{1563735F-1F48-4645-87F8-8F32371F8C3C}" type="presParOf" srcId="{2054BEFE-72B3-9F4D-B2ED-16EB496B4A7D}" destId="{AF2FEF2F-2AB9-0A41-A5A7-1F7916013E74}" srcOrd="0" destOrd="0" presId="urn:microsoft.com/office/officeart/2008/layout/NameandTitleOrganizationalChart"/>
    <dgm:cxn modelId="{AFD2AFAD-2C40-DE4C-A721-771AE0026D10}" type="presParOf" srcId="{AF2FEF2F-2AB9-0A41-A5A7-1F7916013E74}" destId="{791775AD-B8E9-2644-8CE1-BF192A880689}" srcOrd="0" destOrd="0" presId="urn:microsoft.com/office/officeart/2008/layout/NameandTitleOrganizationalChart"/>
    <dgm:cxn modelId="{69415BB4-4B3C-B24E-AE00-FE7C1001DDFB}" type="presParOf" srcId="{AF2FEF2F-2AB9-0A41-A5A7-1F7916013E74}" destId="{3D418AF1-C1B3-C24C-A7F4-8950EB54E840}" srcOrd="1" destOrd="0" presId="urn:microsoft.com/office/officeart/2008/layout/NameandTitleOrganizationalChart"/>
    <dgm:cxn modelId="{14E9E3FF-4A56-AF49-8E05-BA61258733ED}" type="presParOf" srcId="{AF2FEF2F-2AB9-0A41-A5A7-1F7916013E74}" destId="{67B36177-C56A-D042-9FF0-58460494D967}" srcOrd="2" destOrd="0" presId="urn:microsoft.com/office/officeart/2008/layout/NameandTitleOrganizationalChart"/>
    <dgm:cxn modelId="{D5356967-B5E5-7D43-8961-BA31BE9F2C0B}" type="presParOf" srcId="{2054BEFE-72B3-9F4D-B2ED-16EB496B4A7D}" destId="{6470ABED-4BD6-7B47-8CD2-7EFFFC11E897}" srcOrd="1" destOrd="0" presId="urn:microsoft.com/office/officeart/2008/layout/NameandTitleOrganizationalChart"/>
    <dgm:cxn modelId="{9B8B1865-8E97-8146-8240-2BD2FD547CEA}" type="presParOf" srcId="{2054BEFE-72B3-9F4D-B2ED-16EB496B4A7D}" destId="{173638CC-261C-FE40-898E-53A448ACBA47}" srcOrd="2" destOrd="0" presId="urn:microsoft.com/office/officeart/2008/layout/NameandTitleOrganizationalChart"/>
    <dgm:cxn modelId="{0DB009C0-A1CE-8F45-A261-5C49105D5910}" type="presParOf" srcId="{2624E466-350A-D849-AF9F-A9524E9C8915}" destId="{F4EBD50F-A667-3045-AE74-6164958CDF12}" srcOrd="2" destOrd="0" presId="urn:microsoft.com/office/officeart/2008/layout/NameandTitleOrganizationalChart"/>
    <dgm:cxn modelId="{6F13243A-B530-6A4B-B9D0-48C9A8E3F68A}" type="presParOf" srcId="{1CAFD2F5-2D1A-E244-9E94-1D414AFC84B5}" destId="{3EB20C4E-C168-2C47-9EA3-0173AB662BA8}" srcOrd="4" destOrd="0" presId="urn:microsoft.com/office/officeart/2008/layout/NameandTitleOrganizationalChart"/>
    <dgm:cxn modelId="{2D14FAA0-C25A-2145-BFC8-CA3E4DB3DA83}" type="presParOf" srcId="{1CAFD2F5-2D1A-E244-9E94-1D414AFC84B5}" destId="{303D9246-6B10-554E-BC66-B490952CCA7C}" srcOrd="5" destOrd="0" presId="urn:microsoft.com/office/officeart/2008/layout/NameandTitleOrganizationalChart"/>
    <dgm:cxn modelId="{C197A6C9-3A58-2948-A019-D6A2DF24BBC8}" type="presParOf" srcId="{303D9246-6B10-554E-BC66-B490952CCA7C}" destId="{FDB7C316-BB1B-8849-9CD2-D8D7043238A1}" srcOrd="0" destOrd="0" presId="urn:microsoft.com/office/officeart/2008/layout/NameandTitleOrganizationalChart"/>
    <dgm:cxn modelId="{78D06B28-392F-C648-A943-8A5BBC3CAC8A}" type="presParOf" srcId="{FDB7C316-BB1B-8849-9CD2-D8D7043238A1}" destId="{CBFCE435-C6AE-E449-A5CF-C8CEAA2FC28B}" srcOrd="0" destOrd="0" presId="urn:microsoft.com/office/officeart/2008/layout/NameandTitleOrganizationalChart"/>
    <dgm:cxn modelId="{90BED02A-17BA-BE42-9034-BBB8FF5664C2}" type="presParOf" srcId="{FDB7C316-BB1B-8849-9CD2-D8D7043238A1}" destId="{7374A6AC-0145-1441-BF44-4EE8C93D39BE}" srcOrd="1" destOrd="0" presId="urn:microsoft.com/office/officeart/2008/layout/NameandTitleOrganizationalChart"/>
    <dgm:cxn modelId="{85DD276B-EE4A-7840-88C3-DAADF8426D9A}" type="presParOf" srcId="{FDB7C316-BB1B-8849-9CD2-D8D7043238A1}" destId="{1ECC01AB-6711-A249-9F9A-71D5FD043397}" srcOrd="2" destOrd="0" presId="urn:microsoft.com/office/officeart/2008/layout/NameandTitleOrganizationalChart"/>
    <dgm:cxn modelId="{0714DB80-9FB6-D949-814C-360F66BDCB29}" type="presParOf" srcId="{303D9246-6B10-554E-BC66-B490952CCA7C}" destId="{2722E311-C8A7-0843-BD02-0B1AB2032907}" srcOrd="1" destOrd="0" presId="urn:microsoft.com/office/officeart/2008/layout/NameandTitleOrganizationalChart"/>
    <dgm:cxn modelId="{EE0E7E6A-5D54-EE4F-AC52-FB2595D649CE}" type="presParOf" srcId="{2722E311-C8A7-0843-BD02-0B1AB2032907}" destId="{25280A67-76C9-CF48-94E4-DB7ACBEC6EA2}" srcOrd="0" destOrd="0" presId="urn:microsoft.com/office/officeart/2008/layout/NameandTitleOrganizationalChart"/>
    <dgm:cxn modelId="{74061DF4-C7A0-BA42-85E3-47926862B41D}" type="presParOf" srcId="{2722E311-C8A7-0843-BD02-0B1AB2032907}" destId="{8F43392A-CA50-3547-95F3-AEA35CA59495}" srcOrd="1" destOrd="0" presId="urn:microsoft.com/office/officeart/2008/layout/NameandTitleOrganizationalChart"/>
    <dgm:cxn modelId="{13D2851E-7153-DB41-8096-7BFAE41EBF48}" type="presParOf" srcId="{8F43392A-CA50-3547-95F3-AEA35CA59495}" destId="{7C9C5192-4BFA-A04F-815F-0D7F081064B5}" srcOrd="0" destOrd="0" presId="urn:microsoft.com/office/officeart/2008/layout/NameandTitleOrganizationalChart"/>
    <dgm:cxn modelId="{53F7DE00-41A9-0649-A2FA-F3DF918C98AC}" type="presParOf" srcId="{7C9C5192-4BFA-A04F-815F-0D7F081064B5}" destId="{FA51453F-E189-DE47-9453-7928C923030B}" srcOrd="0" destOrd="0" presId="urn:microsoft.com/office/officeart/2008/layout/NameandTitleOrganizationalChart"/>
    <dgm:cxn modelId="{655BD48C-9751-2744-8C54-EB8C395F6676}" type="presParOf" srcId="{7C9C5192-4BFA-A04F-815F-0D7F081064B5}" destId="{C1CDE55D-F587-0F46-9C73-49C899CC1605}" srcOrd="1" destOrd="0" presId="urn:microsoft.com/office/officeart/2008/layout/NameandTitleOrganizationalChart"/>
    <dgm:cxn modelId="{B4AA115A-3DF8-B749-8C4D-24CA9A6612A0}" type="presParOf" srcId="{7C9C5192-4BFA-A04F-815F-0D7F081064B5}" destId="{45B4E835-BDF1-4E48-AC52-FF36535FCD75}" srcOrd="2" destOrd="0" presId="urn:microsoft.com/office/officeart/2008/layout/NameandTitleOrganizationalChart"/>
    <dgm:cxn modelId="{0E06B93D-9C9C-B246-BE1B-E46914B2B425}" type="presParOf" srcId="{8F43392A-CA50-3547-95F3-AEA35CA59495}" destId="{BC677369-5FE2-6F4C-9FD4-32BF7E0FE028}" srcOrd="1" destOrd="0" presId="urn:microsoft.com/office/officeart/2008/layout/NameandTitleOrganizationalChart"/>
    <dgm:cxn modelId="{0F118AC1-AD2B-FE4C-941C-FFF7CC8E08BD}" type="presParOf" srcId="{8F43392A-CA50-3547-95F3-AEA35CA59495}" destId="{C586B744-4296-0B46-A437-C48F26819AB2}" srcOrd="2" destOrd="0" presId="urn:microsoft.com/office/officeart/2008/layout/NameandTitleOrganizationalChart"/>
    <dgm:cxn modelId="{B22AE591-3C8D-5D44-ABDE-481D5B3706B3}" type="presParOf" srcId="{303D9246-6B10-554E-BC66-B490952CCA7C}" destId="{64990CA2-A80E-E743-A5AD-357237834C7C}" srcOrd="2" destOrd="0" presId="urn:microsoft.com/office/officeart/2008/layout/NameandTitleOrganizationalChart"/>
    <dgm:cxn modelId="{B98A5323-3ECF-2642-A605-B0E9A91E3D8B}" type="presParOf" srcId="{1CAFD2F5-2D1A-E244-9E94-1D414AFC84B5}" destId="{B8F8652F-802E-2743-9975-E8FEF37F49E1}" srcOrd="6" destOrd="0" presId="urn:microsoft.com/office/officeart/2008/layout/NameandTitleOrganizationalChart"/>
    <dgm:cxn modelId="{C69EE9DC-959F-CD4F-875B-944DF75E3DE0}" type="presParOf" srcId="{1CAFD2F5-2D1A-E244-9E94-1D414AFC84B5}" destId="{E870B0C6-540C-5D46-9409-CB7DADEEC2D1}" srcOrd="7" destOrd="0" presId="urn:microsoft.com/office/officeart/2008/layout/NameandTitleOrganizationalChart"/>
    <dgm:cxn modelId="{3CCB78FE-F045-6D4C-9B66-BBA342A2CB92}" type="presParOf" srcId="{E870B0C6-540C-5D46-9409-CB7DADEEC2D1}" destId="{7F628B63-ABD0-B841-A714-C8A718D9BA1E}" srcOrd="0" destOrd="0" presId="urn:microsoft.com/office/officeart/2008/layout/NameandTitleOrganizationalChart"/>
    <dgm:cxn modelId="{A6B2BB99-9998-1845-AB8D-8FBFECFD83E2}" type="presParOf" srcId="{7F628B63-ABD0-B841-A714-C8A718D9BA1E}" destId="{4DB775DB-C27C-244A-A787-82A758F795FF}" srcOrd="0" destOrd="0" presId="urn:microsoft.com/office/officeart/2008/layout/NameandTitleOrganizationalChart"/>
    <dgm:cxn modelId="{FE81B7D2-8C1C-B04E-B7E0-315C238BE982}" type="presParOf" srcId="{7F628B63-ABD0-B841-A714-C8A718D9BA1E}" destId="{17460135-3B8C-4D41-A599-31A5BE1C7AED}" srcOrd="1" destOrd="0" presId="urn:microsoft.com/office/officeart/2008/layout/NameandTitleOrganizationalChart"/>
    <dgm:cxn modelId="{0DA7B473-3F32-5242-B22E-451B581D670F}" type="presParOf" srcId="{7F628B63-ABD0-B841-A714-C8A718D9BA1E}" destId="{073539D9-BDCF-CE48-97EA-566D64A11088}" srcOrd="2" destOrd="0" presId="urn:microsoft.com/office/officeart/2008/layout/NameandTitleOrganizationalChart"/>
    <dgm:cxn modelId="{ED428CA3-D350-8B4E-8C96-CA2B15B4710B}" type="presParOf" srcId="{E870B0C6-540C-5D46-9409-CB7DADEEC2D1}" destId="{2EA10AB4-B38F-3849-8B52-D0F79AAAD797}" srcOrd="1" destOrd="0" presId="urn:microsoft.com/office/officeart/2008/layout/NameandTitleOrganizationalChart"/>
    <dgm:cxn modelId="{496D8F86-C01E-8C46-B15B-54E984472D33}" type="presParOf" srcId="{2EA10AB4-B38F-3849-8B52-D0F79AAAD797}" destId="{2D0DBC04-4FAD-BD40-A7BA-3601829DAD90}" srcOrd="0" destOrd="0" presId="urn:microsoft.com/office/officeart/2008/layout/NameandTitleOrganizationalChart"/>
    <dgm:cxn modelId="{D2C6C836-45F2-C444-804F-D1708A2ADE7E}" type="presParOf" srcId="{2EA10AB4-B38F-3849-8B52-D0F79AAAD797}" destId="{668136F8-4704-B54B-A71E-6301A323EC3A}" srcOrd="1" destOrd="0" presId="urn:microsoft.com/office/officeart/2008/layout/NameandTitleOrganizationalChart"/>
    <dgm:cxn modelId="{DE798E3B-C546-4547-9DBA-11969839A24B}" type="presParOf" srcId="{668136F8-4704-B54B-A71E-6301A323EC3A}" destId="{4A395A86-F9E0-7646-9C26-205A94268C4D}" srcOrd="0" destOrd="0" presId="urn:microsoft.com/office/officeart/2008/layout/NameandTitleOrganizationalChart"/>
    <dgm:cxn modelId="{B0A65418-6CA4-E04E-9B05-18DFFAA6E57E}" type="presParOf" srcId="{4A395A86-F9E0-7646-9C26-205A94268C4D}" destId="{7FAE8EDF-7C57-5C4A-A22C-6A26D7DC8552}" srcOrd="0" destOrd="0" presId="urn:microsoft.com/office/officeart/2008/layout/NameandTitleOrganizationalChart"/>
    <dgm:cxn modelId="{FFB98AE9-65A4-FA47-BF21-A8A1F8EF1DE7}" type="presParOf" srcId="{4A395A86-F9E0-7646-9C26-205A94268C4D}" destId="{CCDAF866-5867-C546-BEBE-2B7973B8DDED}" srcOrd="1" destOrd="0" presId="urn:microsoft.com/office/officeart/2008/layout/NameandTitleOrganizationalChart"/>
    <dgm:cxn modelId="{393EFBD9-6ECD-4C44-8DBF-548BEE99FB96}" type="presParOf" srcId="{4A395A86-F9E0-7646-9C26-205A94268C4D}" destId="{752B9137-8CEE-574E-B7AE-0605E9CA9EAF}" srcOrd="2" destOrd="0" presId="urn:microsoft.com/office/officeart/2008/layout/NameandTitleOrganizationalChart"/>
    <dgm:cxn modelId="{26812D26-47B3-2449-B66B-8BE82A400BD7}" type="presParOf" srcId="{668136F8-4704-B54B-A71E-6301A323EC3A}" destId="{C2D149EB-8578-ED48-93DB-FC2A72B692C6}" srcOrd="1" destOrd="0" presId="urn:microsoft.com/office/officeart/2008/layout/NameandTitleOrganizationalChart"/>
    <dgm:cxn modelId="{C094307A-5F46-C747-AAA5-14D758AF0CA0}" type="presParOf" srcId="{668136F8-4704-B54B-A71E-6301A323EC3A}" destId="{D840B59B-214D-1A44-8585-69390F6F8C7A}" srcOrd="2" destOrd="0" presId="urn:microsoft.com/office/officeart/2008/layout/NameandTitleOrganizationalChart"/>
    <dgm:cxn modelId="{79D835EA-6215-3B42-A957-014386822AE4}" type="presParOf" srcId="{2EA10AB4-B38F-3849-8B52-D0F79AAAD797}" destId="{D63CFA0D-00DD-8D41-B221-BF2062F11151}" srcOrd="2" destOrd="0" presId="urn:microsoft.com/office/officeart/2008/layout/NameandTitleOrganizationalChart"/>
    <dgm:cxn modelId="{E9CC73FD-C0F6-1446-BBEC-F7412A3C7005}" type="presParOf" srcId="{2EA10AB4-B38F-3849-8B52-D0F79AAAD797}" destId="{E382CDE0-E987-264A-B39F-B6DD3EC2288E}" srcOrd="3" destOrd="0" presId="urn:microsoft.com/office/officeart/2008/layout/NameandTitleOrganizationalChart"/>
    <dgm:cxn modelId="{9CA83653-9383-0B49-AE78-9108158FB65B}" type="presParOf" srcId="{E382CDE0-E987-264A-B39F-B6DD3EC2288E}" destId="{B98E492F-535D-F843-9ED0-4076C132FF3F}" srcOrd="0" destOrd="0" presId="urn:microsoft.com/office/officeart/2008/layout/NameandTitleOrganizationalChart"/>
    <dgm:cxn modelId="{6CF4D02B-087F-434E-A6BB-8AE6A47FFAFA}" type="presParOf" srcId="{B98E492F-535D-F843-9ED0-4076C132FF3F}" destId="{3B86DE6F-E836-7443-B53A-497B8351EAF1}" srcOrd="0" destOrd="0" presId="urn:microsoft.com/office/officeart/2008/layout/NameandTitleOrganizationalChart"/>
    <dgm:cxn modelId="{25344531-9AA9-0F4F-907A-E6CA6C988878}" type="presParOf" srcId="{B98E492F-535D-F843-9ED0-4076C132FF3F}" destId="{B158C5ED-1FBA-9340-A4A4-0CC55B0ECD1F}" srcOrd="1" destOrd="0" presId="urn:microsoft.com/office/officeart/2008/layout/NameandTitleOrganizationalChart"/>
    <dgm:cxn modelId="{02F4D425-0443-B14A-8206-F51F495FDB0F}" type="presParOf" srcId="{B98E492F-535D-F843-9ED0-4076C132FF3F}" destId="{89DDC78D-0F74-4345-AF85-1F77AFB7EFFF}" srcOrd="2" destOrd="0" presId="urn:microsoft.com/office/officeart/2008/layout/NameandTitleOrganizationalChart"/>
    <dgm:cxn modelId="{F423E909-B9CE-F842-893D-0C9B3FE7B86F}" type="presParOf" srcId="{E382CDE0-E987-264A-B39F-B6DD3EC2288E}" destId="{F994EFA5-92FD-B144-95D5-E5388E58DF9E}" srcOrd="1" destOrd="0" presId="urn:microsoft.com/office/officeart/2008/layout/NameandTitleOrganizationalChart"/>
    <dgm:cxn modelId="{E98C0C14-CCBF-A444-BE36-6DACC984536A}" type="presParOf" srcId="{E382CDE0-E987-264A-B39F-B6DD3EC2288E}" destId="{E5995ADE-9162-1742-B741-E282C438D3B7}" srcOrd="2" destOrd="0" presId="urn:microsoft.com/office/officeart/2008/layout/NameandTitleOrganizationalChart"/>
    <dgm:cxn modelId="{C5B8BC67-2AEA-734B-9C3B-ECD0CE6D082B}" type="presParOf" srcId="{2EA10AB4-B38F-3849-8B52-D0F79AAAD797}" destId="{6D010D6C-E7D5-E146-9BDB-2E54C4B45FC9}" srcOrd="4" destOrd="0" presId="urn:microsoft.com/office/officeart/2008/layout/NameandTitleOrganizationalChart"/>
    <dgm:cxn modelId="{6272EE6C-5369-F941-9E5A-9E3995043F63}" type="presParOf" srcId="{2EA10AB4-B38F-3849-8B52-D0F79AAAD797}" destId="{AD55B092-7115-034E-A99C-E7891BDD3E25}" srcOrd="5" destOrd="0" presId="urn:microsoft.com/office/officeart/2008/layout/NameandTitleOrganizationalChart"/>
    <dgm:cxn modelId="{E42790E7-8820-564B-ACDD-5613408502EF}" type="presParOf" srcId="{AD55B092-7115-034E-A99C-E7891BDD3E25}" destId="{B3634BAF-68BF-7E42-972C-3B2E11767EF2}" srcOrd="0" destOrd="0" presId="urn:microsoft.com/office/officeart/2008/layout/NameandTitleOrganizationalChart"/>
    <dgm:cxn modelId="{E935B94C-58E7-BC43-B7D0-297ADC39D72F}" type="presParOf" srcId="{B3634BAF-68BF-7E42-972C-3B2E11767EF2}" destId="{829F2A79-C6C9-4848-A178-57BC6D9CAC26}" srcOrd="0" destOrd="0" presId="urn:microsoft.com/office/officeart/2008/layout/NameandTitleOrganizationalChart"/>
    <dgm:cxn modelId="{221B89DC-CBF2-8445-B528-2E5F9A31BA5E}" type="presParOf" srcId="{B3634BAF-68BF-7E42-972C-3B2E11767EF2}" destId="{8348D2E8-BB8F-D04C-BCE4-8DD93CE2D0CC}" srcOrd="1" destOrd="0" presId="urn:microsoft.com/office/officeart/2008/layout/NameandTitleOrganizationalChart"/>
    <dgm:cxn modelId="{B9991CE5-3883-2D47-B5D1-8ABB5DEE2FBB}" type="presParOf" srcId="{B3634BAF-68BF-7E42-972C-3B2E11767EF2}" destId="{48DF18B0-5ADD-7246-A465-B275F9B1EDF8}" srcOrd="2" destOrd="0" presId="urn:microsoft.com/office/officeart/2008/layout/NameandTitleOrganizationalChart"/>
    <dgm:cxn modelId="{2FCE271C-FD03-C443-A518-C0347B7D526C}" type="presParOf" srcId="{AD55B092-7115-034E-A99C-E7891BDD3E25}" destId="{B1042177-B840-D843-ADCA-86B04ADEF379}" srcOrd="1" destOrd="0" presId="urn:microsoft.com/office/officeart/2008/layout/NameandTitleOrganizationalChart"/>
    <dgm:cxn modelId="{FB092000-3F58-3B4A-8B56-1B284AACBDC6}" type="presParOf" srcId="{AD55B092-7115-034E-A99C-E7891BDD3E25}" destId="{C59DF49D-A8F7-6C45-8841-143B158E14D0}" srcOrd="2" destOrd="0" presId="urn:microsoft.com/office/officeart/2008/layout/NameandTitleOrganizationalChart"/>
    <dgm:cxn modelId="{9C459E49-CEC6-D646-A1A5-219C91E2AD92}" type="presParOf" srcId="{E870B0C6-540C-5D46-9409-CB7DADEEC2D1}" destId="{F27C0BDB-1D6D-FA4A-A491-100D15B6D33B}" srcOrd="2" destOrd="0" presId="urn:microsoft.com/office/officeart/2008/layout/NameandTitleOrganizationalChart"/>
    <dgm:cxn modelId="{95F865CB-167E-4647-B09A-470F5042DE44}" type="presParOf" srcId="{E4156840-43D0-174F-865A-169293B74785}" destId="{954B4017-85AE-FE4E-A36A-7C83AD59D0CC}" srcOrd="2" destOrd="0" presId="urn:microsoft.com/office/officeart/2008/layout/NameandTitleOrganizationalChart"/>
    <dgm:cxn modelId="{0DC66830-51F3-3542-A799-6F0A2F323D3C}" type="presParOf" srcId="{954B4017-85AE-FE4E-A36A-7C83AD59D0CC}" destId="{31907B83-C836-8A4A-A48A-9DD49D80F162}" srcOrd="0" destOrd="0" presId="urn:microsoft.com/office/officeart/2008/layout/NameandTitleOrganizationalChart"/>
    <dgm:cxn modelId="{9324CE4C-3CF0-EC4A-93CA-BD1F46B1082B}" type="presParOf" srcId="{954B4017-85AE-FE4E-A36A-7C83AD59D0CC}" destId="{114441BC-8C93-FA41-8719-5B1B54715D63}" srcOrd="1" destOrd="0" presId="urn:microsoft.com/office/officeart/2008/layout/NameandTitleOrganizationalChart"/>
    <dgm:cxn modelId="{5631B928-7CD5-F54C-8C45-726B0E377FA2}" type="presParOf" srcId="{114441BC-8C93-FA41-8719-5B1B54715D63}" destId="{D82F504D-F1A2-E34C-AB7D-9ED793388A0A}" srcOrd="0" destOrd="0" presId="urn:microsoft.com/office/officeart/2008/layout/NameandTitleOrganizationalChart"/>
    <dgm:cxn modelId="{0AE13610-97FD-5A43-94CB-99799556A762}" type="presParOf" srcId="{D82F504D-F1A2-E34C-AB7D-9ED793388A0A}" destId="{D4669CB2-A470-0E47-BFA1-34C9F15B8A10}" srcOrd="0" destOrd="0" presId="urn:microsoft.com/office/officeart/2008/layout/NameandTitleOrganizationalChart"/>
    <dgm:cxn modelId="{C8089D5A-D003-1548-9673-662AD1004010}" type="presParOf" srcId="{D82F504D-F1A2-E34C-AB7D-9ED793388A0A}" destId="{9DEC4202-755A-2344-8796-6F2918EB0F12}" srcOrd="1" destOrd="0" presId="urn:microsoft.com/office/officeart/2008/layout/NameandTitleOrganizationalChart"/>
    <dgm:cxn modelId="{77E5B15E-DB14-0C44-B7BC-E2A84EB581F6}" type="presParOf" srcId="{D82F504D-F1A2-E34C-AB7D-9ED793388A0A}" destId="{51350E0A-6637-C649-A579-75E70A421C45}" srcOrd="2" destOrd="0" presId="urn:microsoft.com/office/officeart/2008/layout/NameandTitleOrganizationalChart"/>
    <dgm:cxn modelId="{E8748B3A-6662-A545-A229-DAD6CF193AB7}" type="presParOf" srcId="{114441BC-8C93-FA41-8719-5B1B54715D63}" destId="{BF4B613E-57CB-3F43-A5D8-B86B43A670D4}" srcOrd="1" destOrd="0" presId="urn:microsoft.com/office/officeart/2008/layout/NameandTitleOrganizationalChart"/>
    <dgm:cxn modelId="{DDB77E0A-2486-454B-8220-6C0D9C7B6F75}" type="presParOf" srcId="{114441BC-8C93-FA41-8719-5B1B54715D63}" destId="{4A7C60E3-A6C4-C848-8D15-1EC4B888FEF3}" srcOrd="2" destOrd="0" presId="urn:microsoft.com/office/officeart/2008/layout/NameandTitleOrganizationalChart"/>
    <dgm:cxn modelId="{B3D07A04-4BB2-2B46-8162-E265877E2C2E}" type="presParOf" srcId="{954B4017-85AE-FE4E-A36A-7C83AD59D0CC}" destId="{59A9FE09-59E2-8447-9BB3-26490B2BC205}" srcOrd="2" destOrd="0" presId="urn:microsoft.com/office/officeart/2008/layout/NameandTitleOrganizationalChart"/>
    <dgm:cxn modelId="{0BF9ABCB-5183-FD44-BDE2-F86DA971D282}" type="presParOf" srcId="{954B4017-85AE-FE4E-A36A-7C83AD59D0CC}" destId="{1A2080FB-B194-2E43-906B-DAE5688CCA33}" srcOrd="3" destOrd="0" presId="urn:microsoft.com/office/officeart/2008/layout/NameandTitleOrganizationalChart"/>
    <dgm:cxn modelId="{A166178E-F4E3-9741-A083-558AE4714CEE}" type="presParOf" srcId="{1A2080FB-B194-2E43-906B-DAE5688CCA33}" destId="{DCEBBEB6-CCB4-8D4D-B6AE-69E793E75253}" srcOrd="0" destOrd="0" presId="urn:microsoft.com/office/officeart/2008/layout/NameandTitleOrganizationalChart"/>
    <dgm:cxn modelId="{E03E5DBA-CEBF-0147-81FF-726EB93474EC}" type="presParOf" srcId="{DCEBBEB6-CCB4-8D4D-B6AE-69E793E75253}" destId="{899F5B13-6EDA-6C40-B4A1-B92EBA9853F6}" srcOrd="0" destOrd="0" presId="urn:microsoft.com/office/officeart/2008/layout/NameandTitleOrganizationalChart"/>
    <dgm:cxn modelId="{81C3F130-45DE-3A45-8EBA-8A1604356A4B}" type="presParOf" srcId="{DCEBBEB6-CCB4-8D4D-B6AE-69E793E75253}" destId="{D307560B-580B-844A-AF85-49F62ACEE651}" srcOrd="1" destOrd="0" presId="urn:microsoft.com/office/officeart/2008/layout/NameandTitleOrganizationalChart"/>
    <dgm:cxn modelId="{65EAC452-C0C9-994A-AB3C-42BF7EBED906}" type="presParOf" srcId="{DCEBBEB6-CCB4-8D4D-B6AE-69E793E75253}" destId="{050ABBF3-6427-6A4D-8D47-CED06369BE98}" srcOrd="2" destOrd="0" presId="urn:microsoft.com/office/officeart/2008/layout/NameandTitleOrganizationalChart"/>
    <dgm:cxn modelId="{501506A4-6141-F94E-98AB-C827BE4E2A74}" type="presParOf" srcId="{1A2080FB-B194-2E43-906B-DAE5688CCA33}" destId="{3FC4ACDD-444A-5143-9980-C5C24CD821D2}" srcOrd="1" destOrd="0" presId="urn:microsoft.com/office/officeart/2008/layout/NameandTitleOrganizationalChart"/>
    <dgm:cxn modelId="{392BC273-E8D2-D84A-A2DA-45D263398738}" type="presParOf" srcId="{1A2080FB-B194-2E43-906B-DAE5688CCA33}" destId="{3428B259-8F6E-0348-A647-073538CA7091}" srcOrd="2" destOrd="0" presId="urn:microsoft.com/office/officeart/2008/layout/NameandTitleOrganizationalChart"/>
    <dgm:cxn modelId="{6C3CD82D-C333-314B-A735-16299A60C1A7}" type="presParOf" srcId="{954B4017-85AE-FE4E-A36A-7C83AD59D0CC}" destId="{6F698BA5-1D6D-1645-8C36-4A9F8C4BCA1E}" srcOrd="4" destOrd="0" presId="urn:microsoft.com/office/officeart/2008/layout/NameandTitleOrganizationalChart"/>
    <dgm:cxn modelId="{80AC8A92-E463-8648-85CB-6101D81292BE}" type="presParOf" srcId="{954B4017-85AE-FE4E-A36A-7C83AD59D0CC}" destId="{2F20B09E-F24A-A447-813F-E65DD2D58D19}" srcOrd="5" destOrd="0" presId="urn:microsoft.com/office/officeart/2008/layout/NameandTitleOrganizationalChart"/>
    <dgm:cxn modelId="{004DAE62-DCC3-5949-A444-8D50798CE0EB}" type="presParOf" srcId="{2F20B09E-F24A-A447-813F-E65DD2D58D19}" destId="{36D7159A-D991-C645-A108-6AFF50694ECE}" srcOrd="0" destOrd="0" presId="urn:microsoft.com/office/officeart/2008/layout/NameandTitleOrganizationalChart"/>
    <dgm:cxn modelId="{47782D4D-1AC3-FA45-A8A3-19197BCE18FF}" type="presParOf" srcId="{36D7159A-D991-C645-A108-6AFF50694ECE}" destId="{79363692-3A80-844B-A62D-3356CA3B8D88}" srcOrd="0" destOrd="0" presId="urn:microsoft.com/office/officeart/2008/layout/NameandTitleOrganizationalChart"/>
    <dgm:cxn modelId="{CF77514A-445F-C549-BF94-3E572E056A90}" type="presParOf" srcId="{36D7159A-D991-C645-A108-6AFF50694ECE}" destId="{54BD6DFF-D595-F041-A51A-5AF809A552C0}" srcOrd="1" destOrd="0" presId="urn:microsoft.com/office/officeart/2008/layout/NameandTitleOrganizationalChart"/>
    <dgm:cxn modelId="{5FE6E8A6-A32F-BB4B-8AE9-750283E01EBD}" type="presParOf" srcId="{36D7159A-D991-C645-A108-6AFF50694ECE}" destId="{1960F80A-C3B1-B349-A3F4-872B3D52F2C9}" srcOrd="2" destOrd="0" presId="urn:microsoft.com/office/officeart/2008/layout/NameandTitleOrganizationalChart"/>
    <dgm:cxn modelId="{C7359FFB-6A54-C04A-96A7-9E07C86481BF}" type="presParOf" srcId="{2F20B09E-F24A-A447-813F-E65DD2D58D19}" destId="{67098DCF-239C-EA4A-8701-5CF41F4BDC88}" srcOrd="1" destOrd="0" presId="urn:microsoft.com/office/officeart/2008/layout/NameandTitleOrganizationalChart"/>
    <dgm:cxn modelId="{E63E20AC-7817-1B41-A8BE-5D4730EC1778}" type="presParOf" srcId="{2F20B09E-F24A-A447-813F-E65DD2D58D19}" destId="{9831B57E-6C18-B84B-8FCC-4FD09B3C58B1}" srcOrd="2" destOrd="0" presId="urn:microsoft.com/office/officeart/2008/layout/NameandTitleOrganizational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0EC0F-72B6-C046-B8C9-E1E2388A25CB}">
      <dsp:nvSpPr>
        <dsp:cNvPr id="0" name=""/>
        <dsp:cNvSpPr/>
      </dsp:nvSpPr>
      <dsp:spPr>
        <a:xfrm>
          <a:off x="1852387" y="1104562"/>
          <a:ext cx="3219175" cy="2655146"/>
        </a:xfrm>
        <a:prstGeom prst="roundRect">
          <a:avLst>
            <a:gd name="adj" fmla="val 10000"/>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245" tIns="55245" rIns="55245" bIns="55245" numCol="1" spcCol="1270" anchor="t" anchorCtr="0">
          <a:noAutofit/>
        </a:bodyPr>
        <a:lstStyle/>
        <a:p>
          <a:pPr marL="285750" lvl="1" indent="-285750" algn="l" defTabSz="1289050">
            <a:lnSpc>
              <a:spcPct val="90000"/>
            </a:lnSpc>
            <a:spcBef>
              <a:spcPct val="0"/>
            </a:spcBef>
            <a:spcAft>
              <a:spcPct val="15000"/>
            </a:spcAft>
            <a:buNone/>
          </a:pPr>
          <a:r>
            <a:rPr lang="en-US" sz="2900" b="1" kern="1200" dirty="0">
              <a:solidFill>
                <a:srgbClr val="173249"/>
              </a:solidFill>
              <a:latin typeface="Bitstream Charter"/>
              <a:ea typeface="Bitstream Charter"/>
              <a:cs typeface="Bitstream Charter"/>
            </a:rPr>
            <a:t>   Can an early echo predict future HFpEF?</a:t>
          </a:r>
          <a:endParaRPr lang="en-US" sz="2900" kern="1200" dirty="0"/>
        </a:p>
      </dsp:txBody>
      <dsp:txXfrm>
        <a:off x="1913489" y="1165664"/>
        <a:ext cx="3096971" cy="1963982"/>
      </dsp:txXfrm>
    </dsp:sp>
    <dsp:sp modelId="{9F4A47B1-3BEF-B546-A62A-04C854B77C28}">
      <dsp:nvSpPr>
        <dsp:cNvPr id="0" name=""/>
        <dsp:cNvSpPr/>
      </dsp:nvSpPr>
      <dsp:spPr>
        <a:xfrm rot="21397711">
          <a:off x="2829830" y="1583348"/>
          <a:ext cx="6663642" cy="3582198"/>
        </a:xfrm>
        <a:prstGeom prst="leftCircularArrow">
          <a:avLst>
            <a:gd name="adj1" fmla="val 3350"/>
            <a:gd name="adj2" fmla="val 414219"/>
            <a:gd name="adj3" fmla="val 2956115"/>
            <a:gd name="adj4" fmla="val 9790875"/>
            <a:gd name="adj5" fmla="val 390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FA62EDD-C383-EA4A-8A6E-C5A21DA471D7}">
      <dsp:nvSpPr>
        <dsp:cNvPr id="0" name=""/>
        <dsp:cNvSpPr/>
      </dsp:nvSpPr>
      <dsp:spPr>
        <a:xfrm>
          <a:off x="2567760" y="3467946"/>
          <a:ext cx="2861489" cy="1137920"/>
        </a:xfrm>
        <a:prstGeom prst="roundRect">
          <a:avLst>
            <a:gd name="adj" fmla="val 10000"/>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43180" rIns="64770" bIns="43180" numCol="1" spcCol="1270" anchor="ctr" anchorCtr="0">
          <a:noAutofit/>
        </a:bodyPr>
        <a:lstStyle/>
        <a:p>
          <a:pPr marL="0" lvl="0" indent="0" algn="ctr" defTabSz="1511300">
            <a:lnSpc>
              <a:spcPct val="90000"/>
            </a:lnSpc>
            <a:spcBef>
              <a:spcPct val="0"/>
            </a:spcBef>
            <a:spcAft>
              <a:spcPct val="35000"/>
            </a:spcAft>
            <a:buNone/>
          </a:pPr>
          <a:r>
            <a:rPr lang="en-US" sz="3400" b="1" kern="1200" dirty="0">
              <a:solidFill>
                <a:schemeClr val="tx1"/>
              </a:solidFill>
              <a:latin typeface="Bitstream Charter"/>
              <a:ea typeface="Bitstream Charter"/>
              <a:cs typeface="Bitstream Charter"/>
            </a:rPr>
            <a:t>ORIGINAL AIM</a:t>
          </a:r>
          <a:endParaRPr lang="en-US" sz="3400" kern="1200" dirty="0">
            <a:solidFill>
              <a:schemeClr val="tx1"/>
            </a:solidFill>
          </a:endParaRPr>
        </a:p>
      </dsp:txBody>
      <dsp:txXfrm>
        <a:off x="2601089" y="3501275"/>
        <a:ext cx="2794831" cy="1071262"/>
      </dsp:txXfrm>
    </dsp:sp>
    <dsp:sp modelId="{7215A729-2A50-0A4F-B3E9-E3DD6379CD66}">
      <dsp:nvSpPr>
        <dsp:cNvPr id="0" name=""/>
        <dsp:cNvSpPr/>
      </dsp:nvSpPr>
      <dsp:spPr>
        <a:xfrm>
          <a:off x="5903756" y="2020455"/>
          <a:ext cx="3219175" cy="2655146"/>
        </a:xfrm>
        <a:prstGeom prst="roundRect">
          <a:avLst>
            <a:gd name="adj" fmla="val 10000"/>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245" tIns="55245" rIns="55245" bIns="55245" numCol="1" spcCol="1270" anchor="t" anchorCtr="0">
          <a:noAutofit/>
        </a:bodyPr>
        <a:lstStyle/>
        <a:p>
          <a:pPr marL="285750" lvl="1" indent="-285750" algn="l" defTabSz="1289050">
            <a:lnSpc>
              <a:spcPct val="90000"/>
            </a:lnSpc>
            <a:spcBef>
              <a:spcPct val="0"/>
            </a:spcBef>
            <a:spcAft>
              <a:spcPct val="15000"/>
            </a:spcAft>
            <a:buNone/>
          </a:pPr>
          <a:r>
            <a:rPr lang="en-US" sz="2900" b="1" kern="1200" dirty="0">
              <a:solidFill>
                <a:srgbClr val="245D78"/>
              </a:solidFill>
              <a:latin typeface="Bitstream Charter"/>
              <a:ea typeface="Bitstream Charter"/>
              <a:cs typeface="Bitstream Charter"/>
            </a:rPr>
            <a:t>What distinguishes HFpEF in an existing echo video?</a:t>
          </a:r>
          <a:endParaRPr lang="en-US" sz="2900" kern="1200" dirty="0"/>
        </a:p>
      </dsp:txBody>
      <dsp:txXfrm>
        <a:off x="5964858" y="2650517"/>
        <a:ext cx="3096971" cy="1963982"/>
      </dsp:txXfrm>
    </dsp:sp>
    <dsp:sp modelId="{951F4BCF-1C27-9341-B05D-A52A91BB3C8E}">
      <dsp:nvSpPr>
        <dsp:cNvPr id="0" name=""/>
        <dsp:cNvSpPr/>
      </dsp:nvSpPr>
      <dsp:spPr>
        <a:xfrm>
          <a:off x="6688423" y="1219196"/>
          <a:ext cx="2861489" cy="1137920"/>
        </a:xfrm>
        <a:prstGeom prst="roundRect">
          <a:avLst>
            <a:gd name="adj" fmla="val 10000"/>
          </a:avLst>
        </a:prstGeom>
        <a:solidFill>
          <a:schemeClr val="accent1">
            <a:hueOff val="0"/>
            <a:satOff val="0"/>
            <a:lumOff val="0"/>
            <a:alphaOff val="0"/>
          </a:schemeClr>
        </a:solidFill>
        <a:ln w="19050">
          <a:solidFill>
            <a:schemeClr val="bg1">
              <a:lumMod val="9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43180" rIns="64770" bIns="43180" numCol="1" spcCol="1270" anchor="ctr" anchorCtr="0">
          <a:noAutofit/>
        </a:bodyPr>
        <a:lstStyle/>
        <a:p>
          <a:pPr marL="0" lvl="0" indent="0" algn="ctr" defTabSz="1511300">
            <a:lnSpc>
              <a:spcPct val="90000"/>
            </a:lnSpc>
            <a:spcBef>
              <a:spcPct val="0"/>
            </a:spcBef>
            <a:spcAft>
              <a:spcPct val="35000"/>
            </a:spcAft>
            <a:buNone/>
          </a:pPr>
          <a:r>
            <a:rPr lang="en-US" sz="3400" b="1" kern="1200" dirty="0">
              <a:solidFill>
                <a:schemeClr val="tx1"/>
              </a:solidFill>
              <a:latin typeface="Bitstream Charter"/>
              <a:ea typeface="Bitstream Charter"/>
              <a:cs typeface="Bitstream Charter"/>
            </a:rPr>
            <a:t>ANSWERABLE NOW</a:t>
          </a:r>
          <a:endParaRPr lang="en-US" sz="3400" kern="1200" dirty="0">
            <a:solidFill>
              <a:schemeClr val="tx1"/>
            </a:solidFill>
          </a:endParaRPr>
        </a:p>
      </dsp:txBody>
      <dsp:txXfrm>
        <a:off x="6721752" y="1252525"/>
        <a:ext cx="2794831" cy="10712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A9FE09-59E2-8447-9BB3-26490B2BC205}">
      <dsp:nvSpPr>
        <dsp:cNvPr id="0" name=""/>
        <dsp:cNvSpPr/>
      </dsp:nvSpPr>
      <dsp:spPr>
        <a:xfrm>
          <a:off x="4943159" y="1466702"/>
          <a:ext cx="1272451" cy="1459074"/>
        </a:xfrm>
        <a:custGeom>
          <a:avLst/>
          <a:gdLst/>
          <a:ahLst/>
          <a:cxnLst/>
          <a:rect l="0" t="0" r="0" b="0"/>
          <a:pathLst>
            <a:path>
              <a:moveTo>
                <a:pt x="0" y="0"/>
              </a:moveTo>
              <a:lnTo>
                <a:pt x="0" y="1459074"/>
              </a:lnTo>
              <a:lnTo>
                <a:pt x="1272451" y="1459074"/>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907B83-C836-8A4A-A48A-9DD49D80F162}">
      <dsp:nvSpPr>
        <dsp:cNvPr id="0" name=""/>
        <dsp:cNvSpPr/>
      </dsp:nvSpPr>
      <dsp:spPr>
        <a:xfrm>
          <a:off x="4216513" y="1466702"/>
          <a:ext cx="726645" cy="728113"/>
        </a:xfrm>
        <a:custGeom>
          <a:avLst/>
          <a:gdLst/>
          <a:ahLst/>
          <a:cxnLst/>
          <a:rect l="0" t="0" r="0" b="0"/>
          <a:pathLst>
            <a:path>
              <a:moveTo>
                <a:pt x="726645" y="0"/>
              </a:moveTo>
              <a:lnTo>
                <a:pt x="726645" y="728113"/>
              </a:lnTo>
              <a:lnTo>
                <a:pt x="0" y="728113"/>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F8652F-802E-2743-9975-E8FEF37F49E1}">
      <dsp:nvSpPr>
        <dsp:cNvPr id="0" name=""/>
        <dsp:cNvSpPr/>
      </dsp:nvSpPr>
      <dsp:spPr>
        <a:xfrm>
          <a:off x="4943159" y="1466702"/>
          <a:ext cx="4696838" cy="3021496"/>
        </a:xfrm>
        <a:custGeom>
          <a:avLst/>
          <a:gdLst/>
          <a:ahLst/>
          <a:cxnLst/>
          <a:rect l="0" t="0" r="0" b="0"/>
          <a:pathLst>
            <a:path>
              <a:moveTo>
                <a:pt x="0" y="0"/>
              </a:moveTo>
              <a:lnTo>
                <a:pt x="0" y="2712155"/>
              </a:lnTo>
              <a:lnTo>
                <a:pt x="4696838" y="2712155"/>
              </a:lnTo>
              <a:lnTo>
                <a:pt x="4696838" y="3021496"/>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B20C4E-C168-2C47-9EA3-0173AB662BA8}">
      <dsp:nvSpPr>
        <dsp:cNvPr id="0" name=""/>
        <dsp:cNvSpPr/>
      </dsp:nvSpPr>
      <dsp:spPr>
        <a:xfrm>
          <a:off x="4943159" y="1466702"/>
          <a:ext cx="498408" cy="3029901"/>
        </a:xfrm>
        <a:custGeom>
          <a:avLst/>
          <a:gdLst/>
          <a:ahLst/>
          <a:cxnLst/>
          <a:rect l="0" t="0" r="0" b="0"/>
          <a:pathLst>
            <a:path>
              <a:moveTo>
                <a:pt x="0" y="0"/>
              </a:moveTo>
              <a:lnTo>
                <a:pt x="0" y="2720561"/>
              </a:lnTo>
              <a:lnTo>
                <a:pt x="498408" y="2720561"/>
              </a:lnTo>
              <a:lnTo>
                <a:pt x="498408" y="3029901"/>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F912CB-B871-E943-A009-6BFB7C08D2A1}">
      <dsp:nvSpPr>
        <dsp:cNvPr id="0" name=""/>
        <dsp:cNvSpPr/>
      </dsp:nvSpPr>
      <dsp:spPr>
        <a:xfrm>
          <a:off x="1307177" y="1466702"/>
          <a:ext cx="3635981" cy="3124215"/>
        </a:xfrm>
        <a:custGeom>
          <a:avLst/>
          <a:gdLst/>
          <a:ahLst/>
          <a:cxnLst/>
          <a:rect l="0" t="0" r="0" b="0"/>
          <a:pathLst>
            <a:path>
              <a:moveTo>
                <a:pt x="3635981" y="0"/>
              </a:moveTo>
              <a:lnTo>
                <a:pt x="3635981" y="2814875"/>
              </a:lnTo>
              <a:lnTo>
                <a:pt x="0" y="2814875"/>
              </a:lnTo>
              <a:lnTo>
                <a:pt x="0" y="3124215"/>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9314137-E4F2-3D4C-8A65-24670A808680}">
      <dsp:nvSpPr>
        <dsp:cNvPr id="0" name=""/>
        <dsp:cNvSpPr/>
      </dsp:nvSpPr>
      <dsp:spPr>
        <a:xfrm>
          <a:off x="2458444" y="426272"/>
          <a:ext cx="4969428" cy="1040430"/>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87077" numCol="1" spcCol="1270" anchor="ctr" anchorCtr="0">
          <a:noAutofit/>
        </a:bodyPr>
        <a:lstStyle/>
        <a:p>
          <a:pPr marL="0" lvl="0" indent="0" algn="ctr" defTabSz="800100" rtl="0">
            <a:lnSpc>
              <a:spcPct val="90000"/>
            </a:lnSpc>
            <a:spcBef>
              <a:spcPct val="0"/>
            </a:spcBef>
            <a:spcAft>
              <a:spcPct val="35000"/>
            </a:spcAft>
            <a:buNone/>
          </a:pPr>
          <a:r>
            <a:rPr lang="en-US" sz="1800" kern="1200" dirty="0"/>
            <a:t>Clinical question</a:t>
          </a:r>
        </a:p>
      </dsp:txBody>
      <dsp:txXfrm>
        <a:off x="2458444" y="426272"/>
        <a:ext cx="4969428" cy="1040430"/>
      </dsp:txXfrm>
    </dsp:sp>
    <dsp:sp modelId="{1347DC7D-4AF4-5E43-8315-7481D9455804}">
      <dsp:nvSpPr>
        <dsp:cNvPr id="0" name=""/>
        <dsp:cNvSpPr/>
      </dsp:nvSpPr>
      <dsp:spPr>
        <a:xfrm>
          <a:off x="5462645" y="1169379"/>
          <a:ext cx="4922555" cy="616351"/>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11430" rIns="45720" bIns="11430" numCol="1" spcCol="1270" anchor="ctr" anchorCtr="0">
          <a:noAutofit/>
        </a:bodyPr>
        <a:lstStyle/>
        <a:p>
          <a:pPr marL="0" lvl="0" indent="0" algn="ctr" defTabSz="800100">
            <a:lnSpc>
              <a:spcPct val="90000"/>
            </a:lnSpc>
            <a:spcBef>
              <a:spcPct val="0"/>
            </a:spcBef>
            <a:spcAft>
              <a:spcPct val="35000"/>
            </a:spcAft>
            <a:buNone/>
          </a:pPr>
          <a:r>
            <a:rPr lang="en-US" sz="1800" b="0" kern="1200" dirty="0">
              <a:solidFill>
                <a:schemeClr val="tx1"/>
              </a:solidFill>
              <a:latin typeface="Bitstream Charter"/>
              <a:ea typeface="Bitstream Charter"/>
              <a:cs typeface="Bitstream Charter"/>
            </a:rPr>
            <a:t>Can we detect early risk?</a:t>
          </a:r>
          <a:endParaRPr lang="en-US" sz="1800" kern="1200" dirty="0">
            <a:solidFill>
              <a:schemeClr val="tx1"/>
            </a:solidFill>
          </a:endParaRPr>
        </a:p>
      </dsp:txBody>
      <dsp:txXfrm>
        <a:off x="5462645" y="1169379"/>
        <a:ext cx="4922555" cy="616351"/>
      </dsp:txXfrm>
    </dsp:sp>
    <dsp:sp modelId="{50FB79E2-175C-6043-99BE-88503D4EA79F}">
      <dsp:nvSpPr>
        <dsp:cNvPr id="0" name=""/>
        <dsp:cNvSpPr/>
      </dsp:nvSpPr>
      <dsp:spPr>
        <a:xfrm>
          <a:off x="26898" y="4590917"/>
          <a:ext cx="2560558" cy="1325743"/>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87077" numCol="1" spcCol="1270" anchor="ctr" anchorCtr="0">
          <a:noAutofit/>
        </a:bodyPr>
        <a:lstStyle/>
        <a:p>
          <a:pPr marL="0" lvl="0" indent="0" algn="ctr" defTabSz="889000" rtl="0">
            <a:lnSpc>
              <a:spcPct val="90000"/>
            </a:lnSpc>
            <a:spcBef>
              <a:spcPct val="0"/>
            </a:spcBef>
            <a:spcAft>
              <a:spcPct val="35000"/>
            </a:spcAft>
            <a:buNone/>
          </a:pPr>
          <a:r>
            <a:rPr lang="en-US" sz="2000" kern="1200" dirty="0"/>
            <a:t>Cycle-aware</a:t>
          </a:r>
        </a:p>
      </dsp:txBody>
      <dsp:txXfrm>
        <a:off x="26898" y="4590917"/>
        <a:ext cx="2560558" cy="1325743"/>
      </dsp:txXfrm>
    </dsp:sp>
    <dsp:sp modelId="{2B3177EE-12EC-CC4B-86F9-8F6C811CB028}">
      <dsp:nvSpPr>
        <dsp:cNvPr id="0" name=""/>
        <dsp:cNvSpPr/>
      </dsp:nvSpPr>
      <dsp:spPr>
        <a:xfrm>
          <a:off x="0" y="5397283"/>
          <a:ext cx="2304502" cy="519377"/>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15240" rIns="60960" bIns="15240" numCol="1" spcCol="1270" anchor="ctr" anchorCtr="0">
          <a:noAutofit/>
        </a:bodyPr>
        <a:lstStyle/>
        <a:p>
          <a:pPr marL="0" lvl="0" indent="0" algn="r" defTabSz="1066800" rtl="0">
            <a:lnSpc>
              <a:spcPct val="90000"/>
            </a:lnSpc>
            <a:spcBef>
              <a:spcPct val="0"/>
            </a:spcBef>
            <a:spcAft>
              <a:spcPct val="35000"/>
            </a:spcAft>
            <a:buNone/>
          </a:pPr>
          <a:r>
            <a:rPr lang="en-US" sz="2400" kern="1200" dirty="0"/>
            <a:t>Proxy estimation</a:t>
          </a:r>
        </a:p>
      </dsp:txBody>
      <dsp:txXfrm>
        <a:off x="0" y="5397283"/>
        <a:ext cx="2304502" cy="519377"/>
      </dsp:txXfrm>
    </dsp:sp>
    <dsp:sp modelId="{CBFCE435-C6AE-E449-A5CF-C8CEAA2FC28B}">
      <dsp:nvSpPr>
        <dsp:cNvPr id="0" name=""/>
        <dsp:cNvSpPr/>
      </dsp:nvSpPr>
      <dsp:spPr>
        <a:xfrm>
          <a:off x="3471615" y="4496603"/>
          <a:ext cx="3939905" cy="980188"/>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87077" numCol="1" spcCol="1270" anchor="ctr" anchorCtr="0">
          <a:noAutofit/>
        </a:bodyPr>
        <a:lstStyle/>
        <a:p>
          <a:pPr marL="0" lvl="0" indent="0" algn="ctr" defTabSz="889000" rtl="0">
            <a:lnSpc>
              <a:spcPct val="90000"/>
            </a:lnSpc>
            <a:spcBef>
              <a:spcPct val="0"/>
            </a:spcBef>
            <a:spcAft>
              <a:spcPct val="35000"/>
            </a:spcAft>
            <a:buNone/>
          </a:pPr>
          <a:r>
            <a:rPr lang="en-US" sz="2000" kern="1200" dirty="0"/>
            <a:t>Foundation models</a:t>
          </a:r>
        </a:p>
      </dsp:txBody>
      <dsp:txXfrm>
        <a:off x="3471615" y="4496603"/>
        <a:ext cx="3939905" cy="980188"/>
      </dsp:txXfrm>
    </dsp:sp>
    <dsp:sp modelId="{7374A6AC-0145-1441-BF44-4EE8C93D39BE}">
      <dsp:nvSpPr>
        <dsp:cNvPr id="0" name=""/>
        <dsp:cNvSpPr/>
      </dsp:nvSpPr>
      <dsp:spPr>
        <a:xfrm>
          <a:off x="5119249" y="5403026"/>
          <a:ext cx="2304502" cy="441914"/>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13335" rIns="53340" bIns="13335" numCol="1" spcCol="1270" anchor="ctr" anchorCtr="0">
          <a:noAutofit/>
        </a:bodyPr>
        <a:lstStyle/>
        <a:p>
          <a:pPr marL="0" lvl="0" indent="0" algn="r" defTabSz="933450" rtl="0">
            <a:lnSpc>
              <a:spcPct val="90000"/>
            </a:lnSpc>
            <a:spcBef>
              <a:spcPct val="0"/>
            </a:spcBef>
            <a:spcAft>
              <a:spcPct val="35000"/>
            </a:spcAft>
            <a:buNone/>
          </a:pPr>
          <a:r>
            <a:rPr lang="en-US" sz="2100" kern="1200" dirty="0"/>
            <a:t>Transformer-based</a:t>
          </a:r>
        </a:p>
      </dsp:txBody>
      <dsp:txXfrm>
        <a:off x="5119249" y="5403026"/>
        <a:ext cx="2304502" cy="441914"/>
      </dsp:txXfrm>
    </dsp:sp>
    <dsp:sp modelId="{4DB775DB-C27C-244A-A787-82A758F795FF}">
      <dsp:nvSpPr>
        <dsp:cNvPr id="0" name=""/>
        <dsp:cNvSpPr/>
      </dsp:nvSpPr>
      <dsp:spPr>
        <a:xfrm>
          <a:off x="7962563" y="4488198"/>
          <a:ext cx="3354868" cy="1029121"/>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87077" numCol="1" spcCol="1270" anchor="ctr" anchorCtr="0">
          <a:noAutofit/>
        </a:bodyPr>
        <a:lstStyle/>
        <a:p>
          <a:pPr marL="0" lvl="0" indent="0" algn="ctr" defTabSz="889000" rtl="0">
            <a:lnSpc>
              <a:spcPct val="90000"/>
            </a:lnSpc>
            <a:spcBef>
              <a:spcPct val="0"/>
            </a:spcBef>
            <a:spcAft>
              <a:spcPct val="35000"/>
            </a:spcAft>
            <a:buNone/>
          </a:pPr>
          <a:r>
            <a:rPr lang="en-US" sz="2000" kern="1200" dirty="0"/>
            <a:t>Domain Gap</a:t>
          </a:r>
        </a:p>
      </dsp:txBody>
      <dsp:txXfrm>
        <a:off x="7962563" y="4488198"/>
        <a:ext cx="3354868" cy="1029121"/>
      </dsp:txXfrm>
    </dsp:sp>
    <dsp:sp modelId="{17460135-3B8C-4D41-A599-31A5BE1C7AED}">
      <dsp:nvSpPr>
        <dsp:cNvPr id="0" name=""/>
        <dsp:cNvSpPr/>
      </dsp:nvSpPr>
      <dsp:spPr>
        <a:xfrm>
          <a:off x="9012929" y="5262018"/>
          <a:ext cx="2304502" cy="441914"/>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420" tIns="14605" rIns="58420" bIns="14605" numCol="1" spcCol="1270" anchor="ctr" anchorCtr="0">
          <a:noAutofit/>
        </a:bodyPr>
        <a:lstStyle/>
        <a:p>
          <a:pPr marL="0" lvl="0" indent="0" algn="r" defTabSz="1022350" rtl="0">
            <a:lnSpc>
              <a:spcPct val="90000"/>
            </a:lnSpc>
            <a:spcBef>
              <a:spcPct val="0"/>
            </a:spcBef>
            <a:spcAft>
              <a:spcPct val="35000"/>
            </a:spcAft>
            <a:buNone/>
          </a:pPr>
          <a:r>
            <a:rPr lang="en-US" sz="2300" kern="1200" dirty="0"/>
            <a:t>Distribution shift</a:t>
          </a:r>
        </a:p>
      </dsp:txBody>
      <dsp:txXfrm>
        <a:off x="9012929" y="5262018"/>
        <a:ext cx="2304502" cy="441914"/>
      </dsp:txXfrm>
    </dsp:sp>
    <dsp:sp modelId="{D4669CB2-A470-0E47-BFA1-34C9F15B8A10}">
      <dsp:nvSpPr>
        <dsp:cNvPr id="0" name=""/>
        <dsp:cNvSpPr/>
      </dsp:nvSpPr>
      <dsp:spPr>
        <a:xfrm>
          <a:off x="1159616" y="1695944"/>
          <a:ext cx="3056896" cy="997741"/>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87077" numCol="1" spcCol="1270" anchor="ctr" anchorCtr="0">
          <a:noAutofit/>
        </a:bodyPr>
        <a:lstStyle/>
        <a:p>
          <a:pPr marL="0" lvl="0" indent="0" algn="ctr" defTabSz="800100" rtl="0">
            <a:lnSpc>
              <a:spcPct val="90000"/>
            </a:lnSpc>
            <a:spcBef>
              <a:spcPct val="0"/>
            </a:spcBef>
            <a:spcAft>
              <a:spcPct val="35000"/>
            </a:spcAft>
            <a:buNone/>
          </a:pPr>
          <a:r>
            <a:rPr lang="en-US" sz="1800" kern="1200" dirty="0"/>
            <a:t>Data Constraint</a:t>
          </a:r>
        </a:p>
      </dsp:txBody>
      <dsp:txXfrm>
        <a:off x="1159616" y="1695944"/>
        <a:ext cx="3056896" cy="997741"/>
      </dsp:txXfrm>
    </dsp:sp>
    <dsp:sp modelId="{9DEC4202-755A-2344-8796-6F2918EB0F12}">
      <dsp:nvSpPr>
        <dsp:cNvPr id="0" name=""/>
        <dsp:cNvSpPr/>
      </dsp:nvSpPr>
      <dsp:spPr>
        <a:xfrm>
          <a:off x="0" y="2359646"/>
          <a:ext cx="2860901" cy="527601"/>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11430" rIns="45720" bIns="11430" numCol="1" spcCol="1270" anchor="ctr" anchorCtr="0">
          <a:noAutofit/>
        </a:bodyPr>
        <a:lstStyle/>
        <a:p>
          <a:pPr marL="0" lvl="0" indent="0" algn="l" defTabSz="800100" rtl="0">
            <a:lnSpc>
              <a:spcPct val="90000"/>
            </a:lnSpc>
            <a:spcBef>
              <a:spcPct val="0"/>
            </a:spcBef>
            <a:spcAft>
              <a:spcPct val="35000"/>
            </a:spcAft>
            <a:buNone/>
          </a:pPr>
          <a:r>
            <a:rPr lang="en-US" sz="1800" kern="1200" dirty="0"/>
            <a:t>Only 200 HFpEF</a:t>
          </a:r>
        </a:p>
      </dsp:txBody>
      <dsp:txXfrm>
        <a:off x="0" y="2359646"/>
        <a:ext cx="2860901" cy="527601"/>
      </dsp:txXfrm>
    </dsp:sp>
    <dsp:sp modelId="{899F5B13-6EDA-6C40-B4A1-B92EBA9853F6}">
      <dsp:nvSpPr>
        <dsp:cNvPr id="0" name=""/>
        <dsp:cNvSpPr/>
      </dsp:nvSpPr>
      <dsp:spPr>
        <a:xfrm>
          <a:off x="6215610" y="2444916"/>
          <a:ext cx="4317843" cy="961720"/>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87077" numCol="1" spcCol="1270" anchor="ctr" anchorCtr="0">
          <a:noAutofit/>
        </a:bodyPr>
        <a:lstStyle/>
        <a:p>
          <a:pPr marL="0" lvl="0" indent="0" algn="ctr" defTabSz="800100" rtl="0">
            <a:lnSpc>
              <a:spcPct val="90000"/>
            </a:lnSpc>
            <a:spcBef>
              <a:spcPct val="0"/>
            </a:spcBef>
            <a:spcAft>
              <a:spcPct val="35000"/>
            </a:spcAft>
            <a:buNone/>
          </a:pPr>
          <a:r>
            <a:rPr lang="en-US" sz="1800" kern="1200" dirty="0"/>
            <a:t> Combine public Data</a:t>
          </a:r>
        </a:p>
      </dsp:txBody>
      <dsp:txXfrm>
        <a:off x="6215610" y="2444916"/>
        <a:ext cx="4317843" cy="961720"/>
      </dsp:txXfrm>
    </dsp:sp>
    <dsp:sp modelId="{D307560B-580B-844A-AF85-49F62ACEE651}">
      <dsp:nvSpPr>
        <dsp:cNvPr id="0" name=""/>
        <dsp:cNvSpPr/>
      </dsp:nvSpPr>
      <dsp:spPr>
        <a:xfrm>
          <a:off x="8348449" y="3101426"/>
          <a:ext cx="2968982" cy="687353"/>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17145" rIns="68580" bIns="17145" numCol="1" spcCol="1270" anchor="ctr" anchorCtr="0">
          <a:noAutofit/>
        </a:bodyPr>
        <a:lstStyle/>
        <a:p>
          <a:pPr marL="0" lvl="0" indent="0" algn="r" defTabSz="1200150" rtl="0">
            <a:lnSpc>
              <a:spcPct val="90000"/>
            </a:lnSpc>
            <a:spcBef>
              <a:spcPct val="0"/>
            </a:spcBef>
            <a:spcAft>
              <a:spcPct val="35000"/>
            </a:spcAft>
            <a:buNone/>
          </a:pPr>
          <a:r>
            <a:rPr lang="en-US" sz="2700" kern="1200" dirty="0" err="1"/>
            <a:t>HErEF</a:t>
          </a:r>
          <a:r>
            <a:rPr lang="en-US" sz="2700" kern="1200" dirty="0"/>
            <a:t> and Healthy</a:t>
          </a:r>
        </a:p>
      </dsp:txBody>
      <dsp:txXfrm>
        <a:off x="8348449" y="3101426"/>
        <a:ext cx="2968982" cy="6873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A9FE09-59E2-8447-9BB3-26490B2BC205}">
      <dsp:nvSpPr>
        <dsp:cNvPr id="0" name=""/>
        <dsp:cNvSpPr/>
      </dsp:nvSpPr>
      <dsp:spPr>
        <a:xfrm>
          <a:off x="5105061" y="1076798"/>
          <a:ext cx="984546" cy="1128944"/>
        </a:xfrm>
        <a:custGeom>
          <a:avLst/>
          <a:gdLst/>
          <a:ahLst/>
          <a:cxnLst/>
          <a:rect l="0" t="0" r="0" b="0"/>
          <a:pathLst>
            <a:path>
              <a:moveTo>
                <a:pt x="0" y="0"/>
              </a:moveTo>
              <a:lnTo>
                <a:pt x="0" y="1128944"/>
              </a:lnTo>
              <a:lnTo>
                <a:pt x="984546" y="1128944"/>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907B83-C836-8A4A-A48A-9DD49D80F162}">
      <dsp:nvSpPr>
        <dsp:cNvPr id="0" name=""/>
        <dsp:cNvSpPr/>
      </dsp:nvSpPr>
      <dsp:spPr>
        <a:xfrm>
          <a:off x="4542826" y="1076798"/>
          <a:ext cx="562234" cy="563370"/>
        </a:xfrm>
        <a:custGeom>
          <a:avLst/>
          <a:gdLst/>
          <a:ahLst/>
          <a:cxnLst/>
          <a:rect l="0" t="0" r="0" b="0"/>
          <a:pathLst>
            <a:path>
              <a:moveTo>
                <a:pt x="562234" y="0"/>
              </a:moveTo>
              <a:lnTo>
                <a:pt x="562234" y="563370"/>
              </a:lnTo>
              <a:lnTo>
                <a:pt x="0" y="563370"/>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F8652F-802E-2743-9975-E8FEF37F49E1}">
      <dsp:nvSpPr>
        <dsp:cNvPr id="0" name=""/>
        <dsp:cNvSpPr/>
      </dsp:nvSpPr>
      <dsp:spPr>
        <a:xfrm>
          <a:off x="5105061" y="1076798"/>
          <a:ext cx="4432685" cy="2337851"/>
        </a:xfrm>
        <a:custGeom>
          <a:avLst/>
          <a:gdLst/>
          <a:ahLst/>
          <a:cxnLst/>
          <a:rect l="0" t="0" r="0" b="0"/>
          <a:pathLst>
            <a:path>
              <a:moveTo>
                <a:pt x="0" y="0"/>
              </a:moveTo>
              <a:lnTo>
                <a:pt x="0" y="2098502"/>
              </a:lnTo>
              <a:lnTo>
                <a:pt x="4432685" y="2098502"/>
              </a:lnTo>
              <a:lnTo>
                <a:pt x="4432685" y="2337851"/>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5280A67-76C9-CF48-94E4-DB7ACBEC6EA2}">
      <dsp:nvSpPr>
        <dsp:cNvPr id="0" name=""/>
        <dsp:cNvSpPr/>
      </dsp:nvSpPr>
      <dsp:spPr>
        <a:xfrm>
          <a:off x="5444979" y="4179563"/>
          <a:ext cx="91440" cy="418644"/>
        </a:xfrm>
        <a:custGeom>
          <a:avLst/>
          <a:gdLst/>
          <a:ahLst/>
          <a:cxnLst/>
          <a:rect l="0" t="0" r="0" b="0"/>
          <a:pathLst>
            <a:path>
              <a:moveTo>
                <a:pt x="45720" y="0"/>
              </a:moveTo>
              <a:lnTo>
                <a:pt x="45720" y="179295"/>
              </a:lnTo>
              <a:lnTo>
                <a:pt x="93367" y="179295"/>
              </a:lnTo>
              <a:lnTo>
                <a:pt x="93367" y="418644"/>
              </a:lnTo>
            </a:path>
          </a:pathLst>
        </a:custGeom>
        <a:noFill/>
        <a:ln w="19050">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B20C4E-C168-2C47-9EA3-0173AB662BA8}">
      <dsp:nvSpPr>
        <dsp:cNvPr id="0" name=""/>
        <dsp:cNvSpPr/>
      </dsp:nvSpPr>
      <dsp:spPr>
        <a:xfrm>
          <a:off x="5105061" y="1076798"/>
          <a:ext cx="385638" cy="2344355"/>
        </a:xfrm>
        <a:custGeom>
          <a:avLst/>
          <a:gdLst/>
          <a:ahLst/>
          <a:cxnLst/>
          <a:rect l="0" t="0" r="0" b="0"/>
          <a:pathLst>
            <a:path>
              <a:moveTo>
                <a:pt x="0" y="0"/>
              </a:moveTo>
              <a:lnTo>
                <a:pt x="0" y="2105006"/>
              </a:lnTo>
              <a:lnTo>
                <a:pt x="385638" y="2105006"/>
              </a:lnTo>
              <a:lnTo>
                <a:pt x="385638" y="2344355"/>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F912CB-B871-E943-A009-6BFB7C08D2A1}">
      <dsp:nvSpPr>
        <dsp:cNvPr id="0" name=""/>
        <dsp:cNvSpPr/>
      </dsp:nvSpPr>
      <dsp:spPr>
        <a:xfrm>
          <a:off x="2291757" y="1076798"/>
          <a:ext cx="2813303" cy="2418672"/>
        </a:xfrm>
        <a:custGeom>
          <a:avLst/>
          <a:gdLst/>
          <a:ahLst/>
          <a:cxnLst/>
          <a:rect l="0" t="0" r="0" b="0"/>
          <a:pathLst>
            <a:path>
              <a:moveTo>
                <a:pt x="2813303" y="0"/>
              </a:moveTo>
              <a:lnTo>
                <a:pt x="2813303" y="2179324"/>
              </a:lnTo>
              <a:lnTo>
                <a:pt x="0" y="2179324"/>
              </a:lnTo>
              <a:lnTo>
                <a:pt x="0" y="2418672"/>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9314137-E4F2-3D4C-8A65-24670A808680}">
      <dsp:nvSpPr>
        <dsp:cNvPr id="0" name=""/>
        <dsp:cNvSpPr/>
      </dsp:nvSpPr>
      <dsp:spPr>
        <a:xfrm>
          <a:off x="3182538" y="271775"/>
          <a:ext cx="3845044" cy="805022"/>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44749" numCol="1" spcCol="1270" anchor="ctr" anchorCtr="0">
          <a:noAutofit/>
        </a:bodyPr>
        <a:lstStyle/>
        <a:p>
          <a:pPr marL="0" lvl="0" indent="0" algn="ctr" defTabSz="800100" rtl="0">
            <a:lnSpc>
              <a:spcPct val="90000"/>
            </a:lnSpc>
            <a:spcBef>
              <a:spcPct val="0"/>
            </a:spcBef>
            <a:spcAft>
              <a:spcPct val="35000"/>
            </a:spcAft>
            <a:buNone/>
          </a:pPr>
          <a:r>
            <a:rPr lang="en-US" sz="1800" kern="1200" dirty="0"/>
            <a:t>Clinical question</a:t>
          </a:r>
        </a:p>
      </dsp:txBody>
      <dsp:txXfrm>
        <a:off x="3182538" y="271775"/>
        <a:ext cx="3845044" cy="805022"/>
      </dsp:txXfrm>
    </dsp:sp>
    <dsp:sp modelId="{1347DC7D-4AF4-5E43-8315-7481D9455804}">
      <dsp:nvSpPr>
        <dsp:cNvPr id="0" name=""/>
        <dsp:cNvSpPr/>
      </dsp:nvSpPr>
      <dsp:spPr>
        <a:xfrm>
          <a:off x="5507008" y="846747"/>
          <a:ext cx="3808776" cy="476895"/>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11430" rIns="45720" bIns="11430" numCol="1" spcCol="1270" anchor="ctr" anchorCtr="0">
          <a:noAutofit/>
        </a:bodyPr>
        <a:lstStyle/>
        <a:p>
          <a:pPr marL="0" lvl="0" indent="0" algn="ctr" defTabSz="800100">
            <a:lnSpc>
              <a:spcPct val="90000"/>
            </a:lnSpc>
            <a:spcBef>
              <a:spcPct val="0"/>
            </a:spcBef>
            <a:spcAft>
              <a:spcPct val="35000"/>
            </a:spcAft>
            <a:buNone/>
          </a:pPr>
          <a:r>
            <a:rPr lang="en-US" sz="1800" b="0" kern="1200" dirty="0">
              <a:solidFill>
                <a:schemeClr val="tx1"/>
              </a:solidFill>
              <a:latin typeface="Bitstream Charter"/>
              <a:ea typeface="Bitstream Charter"/>
              <a:cs typeface="Bitstream Charter"/>
            </a:rPr>
            <a:t>Can we detect early risk?</a:t>
          </a:r>
          <a:endParaRPr lang="en-US" sz="1800" kern="1200" dirty="0">
            <a:solidFill>
              <a:schemeClr val="tx1"/>
            </a:solidFill>
          </a:endParaRPr>
        </a:p>
      </dsp:txBody>
      <dsp:txXfrm>
        <a:off x="5507008" y="846747"/>
        <a:ext cx="3808776" cy="476895"/>
      </dsp:txXfrm>
    </dsp:sp>
    <dsp:sp modelId="{50FB79E2-175C-6043-99BE-88503D4EA79F}">
      <dsp:nvSpPr>
        <dsp:cNvPr id="0" name=""/>
        <dsp:cNvSpPr/>
      </dsp:nvSpPr>
      <dsp:spPr>
        <a:xfrm>
          <a:off x="1301154" y="3495471"/>
          <a:ext cx="1981205" cy="1025780"/>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44749" numCol="1" spcCol="1270" anchor="ctr" anchorCtr="0">
          <a:noAutofit/>
        </a:bodyPr>
        <a:lstStyle/>
        <a:p>
          <a:pPr marL="0" lvl="0" indent="0" algn="ctr" defTabSz="889000" rtl="0">
            <a:lnSpc>
              <a:spcPct val="90000"/>
            </a:lnSpc>
            <a:spcBef>
              <a:spcPct val="0"/>
            </a:spcBef>
            <a:spcAft>
              <a:spcPct val="35000"/>
            </a:spcAft>
            <a:buNone/>
          </a:pPr>
          <a:r>
            <a:rPr lang="en-US" sz="2000" kern="1200" dirty="0"/>
            <a:t>Cycle-aware</a:t>
          </a:r>
        </a:p>
      </dsp:txBody>
      <dsp:txXfrm>
        <a:off x="1301154" y="3495471"/>
        <a:ext cx="1981205" cy="1025780"/>
      </dsp:txXfrm>
    </dsp:sp>
    <dsp:sp modelId="{2B3177EE-12EC-CC4B-86F9-8F6C811CB028}">
      <dsp:nvSpPr>
        <dsp:cNvPr id="0" name=""/>
        <dsp:cNvSpPr/>
      </dsp:nvSpPr>
      <dsp:spPr>
        <a:xfrm>
          <a:off x="1027560" y="4295599"/>
          <a:ext cx="1783084" cy="401863"/>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11430" rIns="45720" bIns="11430" numCol="1" spcCol="1270" anchor="ctr" anchorCtr="0">
          <a:noAutofit/>
        </a:bodyPr>
        <a:lstStyle/>
        <a:p>
          <a:pPr marL="0" lvl="0" indent="0" algn="r" defTabSz="800100" rtl="0">
            <a:lnSpc>
              <a:spcPct val="90000"/>
            </a:lnSpc>
            <a:spcBef>
              <a:spcPct val="0"/>
            </a:spcBef>
            <a:spcAft>
              <a:spcPct val="35000"/>
            </a:spcAft>
            <a:buNone/>
          </a:pPr>
          <a:r>
            <a:rPr lang="en-US" sz="1800" kern="1200" dirty="0"/>
            <a:t>Proxy estimation</a:t>
          </a:r>
        </a:p>
      </dsp:txBody>
      <dsp:txXfrm>
        <a:off x="1027560" y="4295599"/>
        <a:ext cx="1783084" cy="401863"/>
      </dsp:txXfrm>
    </dsp:sp>
    <dsp:sp modelId="{CBFCE435-C6AE-E449-A5CF-C8CEAA2FC28B}">
      <dsp:nvSpPr>
        <dsp:cNvPr id="0" name=""/>
        <dsp:cNvSpPr/>
      </dsp:nvSpPr>
      <dsp:spPr>
        <a:xfrm>
          <a:off x="3966469" y="3421153"/>
          <a:ext cx="3048461" cy="758410"/>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44749" numCol="1" spcCol="1270" anchor="ctr" anchorCtr="0">
          <a:noAutofit/>
        </a:bodyPr>
        <a:lstStyle/>
        <a:p>
          <a:pPr marL="0" lvl="0" indent="0" algn="ctr" defTabSz="889000" rtl="0">
            <a:lnSpc>
              <a:spcPct val="90000"/>
            </a:lnSpc>
            <a:spcBef>
              <a:spcPct val="0"/>
            </a:spcBef>
            <a:spcAft>
              <a:spcPct val="35000"/>
            </a:spcAft>
            <a:buNone/>
          </a:pPr>
          <a:r>
            <a:rPr lang="en-US" sz="2000" kern="1200" dirty="0"/>
            <a:t>Foundation models</a:t>
          </a:r>
        </a:p>
      </dsp:txBody>
      <dsp:txXfrm>
        <a:off x="3966469" y="3421153"/>
        <a:ext cx="3048461" cy="758410"/>
      </dsp:txXfrm>
    </dsp:sp>
    <dsp:sp modelId="{7374A6AC-0145-1441-BF44-4EE8C93D39BE}">
      <dsp:nvSpPr>
        <dsp:cNvPr id="0" name=""/>
        <dsp:cNvSpPr/>
      </dsp:nvSpPr>
      <dsp:spPr>
        <a:xfrm>
          <a:off x="5480902" y="4003901"/>
          <a:ext cx="1783084" cy="341926"/>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9525" rIns="38100" bIns="9525" numCol="1" spcCol="1270" anchor="ctr" anchorCtr="0">
          <a:noAutofit/>
        </a:bodyPr>
        <a:lstStyle/>
        <a:p>
          <a:pPr marL="0" lvl="0" indent="0" algn="r" defTabSz="666750" rtl="0">
            <a:lnSpc>
              <a:spcPct val="90000"/>
            </a:lnSpc>
            <a:spcBef>
              <a:spcPct val="0"/>
            </a:spcBef>
            <a:spcAft>
              <a:spcPct val="35000"/>
            </a:spcAft>
            <a:buNone/>
          </a:pPr>
          <a:r>
            <a:rPr lang="en-US" sz="1500" kern="1200" dirty="0"/>
            <a:t>Transformer-based?</a:t>
          </a:r>
        </a:p>
      </dsp:txBody>
      <dsp:txXfrm>
        <a:off x="5480902" y="4003901"/>
        <a:ext cx="1783084" cy="341926"/>
      </dsp:txXfrm>
    </dsp:sp>
    <dsp:sp modelId="{FA51453F-E189-DE47-9453-7928C923030B}">
      <dsp:nvSpPr>
        <dsp:cNvPr id="0" name=""/>
        <dsp:cNvSpPr/>
      </dsp:nvSpPr>
      <dsp:spPr>
        <a:xfrm>
          <a:off x="4547745" y="4598208"/>
          <a:ext cx="1981205" cy="1025780"/>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44749" numCol="1" spcCol="1270" anchor="ctr" anchorCtr="0">
          <a:noAutofit/>
        </a:bodyPr>
        <a:lstStyle/>
        <a:p>
          <a:pPr marL="0" lvl="0" indent="0" algn="ctr" defTabSz="889000" rtl="0">
            <a:lnSpc>
              <a:spcPct val="90000"/>
            </a:lnSpc>
            <a:spcBef>
              <a:spcPct val="0"/>
            </a:spcBef>
            <a:spcAft>
              <a:spcPct val="35000"/>
            </a:spcAft>
            <a:buNone/>
          </a:pPr>
          <a:r>
            <a:rPr lang="en-US" sz="2000" kern="1200" dirty="0"/>
            <a:t>Positional or Temporal</a:t>
          </a:r>
        </a:p>
      </dsp:txBody>
      <dsp:txXfrm>
        <a:off x="4547745" y="4598208"/>
        <a:ext cx="1981205" cy="1025780"/>
      </dsp:txXfrm>
    </dsp:sp>
    <dsp:sp modelId="{C1CDE55D-F587-0F46-9C73-49C899CC1605}">
      <dsp:nvSpPr>
        <dsp:cNvPr id="0" name=""/>
        <dsp:cNvSpPr/>
      </dsp:nvSpPr>
      <dsp:spPr>
        <a:xfrm>
          <a:off x="5330186" y="5329197"/>
          <a:ext cx="1783084" cy="341926"/>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13335" rIns="53340" bIns="13335" numCol="1" spcCol="1270" anchor="ctr" anchorCtr="0">
          <a:noAutofit/>
        </a:bodyPr>
        <a:lstStyle/>
        <a:p>
          <a:pPr marL="0" lvl="0" indent="0" algn="r" defTabSz="933450" rtl="0">
            <a:lnSpc>
              <a:spcPct val="90000"/>
            </a:lnSpc>
            <a:spcBef>
              <a:spcPct val="0"/>
            </a:spcBef>
            <a:spcAft>
              <a:spcPct val="35000"/>
            </a:spcAft>
            <a:buNone/>
          </a:pPr>
          <a:r>
            <a:rPr lang="en-US" sz="2100" kern="1200" dirty="0"/>
            <a:t>TimeSformer?</a:t>
          </a:r>
        </a:p>
      </dsp:txBody>
      <dsp:txXfrm>
        <a:off x="5330186" y="5329197"/>
        <a:ext cx="1783084" cy="341926"/>
      </dsp:txXfrm>
    </dsp:sp>
    <dsp:sp modelId="{4DB775DB-C27C-244A-A787-82A758F795FF}">
      <dsp:nvSpPr>
        <dsp:cNvPr id="0" name=""/>
        <dsp:cNvSpPr/>
      </dsp:nvSpPr>
      <dsp:spPr>
        <a:xfrm>
          <a:off x="8239849" y="3414649"/>
          <a:ext cx="2595795" cy="796272"/>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44749" numCol="1" spcCol="1270" anchor="ctr" anchorCtr="0">
          <a:noAutofit/>
        </a:bodyPr>
        <a:lstStyle/>
        <a:p>
          <a:pPr marL="0" lvl="0" indent="0" algn="ctr" defTabSz="889000" rtl="0">
            <a:lnSpc>
              <a:spcPct val="90000"/>
            </a:lnSpc>
            <a:spcBef>
              <a:spcPct val="0"/>
            </a:spcBef>
            <a:spcAft>
              <a:spcPct val="35000"/>
            </a:spcAft>
            <a:buNone/>
          </a:pPr>
          <a:r>
            <a:rPr lang="en-US" sz="2000" kern="1200" dirty="0"/>
            <a:t>Domain Gap</a:t>
          </a:r>
        </a:p>
      </dsp:txBody>
      <dsp:txXfrm>
        <a:off x="8239849" y="3414649"/>
        <a:ext cx="2595795" cy="796272"/>
      </dsp:txXfrm>
    </dsp:sp>
    <dsp:sp modelId="{17460135-3B8C-4D41-A599-31A5BE1C7AED}">
      <dsp:nvSpPr>
        <dsp:cNvPr id="0" name=""/>
        <dsp:cNvSpPr/>
      </dsp:nvSpPr>
      <dsp:spPr>
        <a:xfrm>
          <a:off x="9342205" y="4013385"/>
          <a:ext cx="1783084" cy="341926"/>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rtl="0">
            <a:lnSpc>
              <a:spcPct val="90000"/>
            </a:lnSpc>
            <a:spcBef>
              <a:spcPct val="0"/>
            </a:spcBef>
            <a:spcAft>
              <a:spcPct val="35000"/>
            </a:spcAft>
            <a:buNone/>
          </a:pPr>
          <a:r>
            <a:rPr lang="en-US" sz="1700" kern="1200" dirty="0"/>
            <a:t>Distribution shift?</a:t>
          </a:r>
        </a:p>
      </dsp:txBody>
      <dsp:txXfrm>
        <a:off x="9342205" y="4013385"/>
        <a:ext cx="1783084" cy="341926"/>
      </dsp:txXfrm>
    </dsp:sp>
    <dsp:sp modelId="{D4669CB2-A470-0E47-BFA1-34C9F15B8A10}">
      <dsp:nvSpPr>
        <dsp:cNvPr id="0" name=""/>
        <dsp:cNvSpPr/>
      </dsp:nvSpPr>
      <dsp:spPr>
        <a:xfrm>
          <a:off x="2177584" y="1254172"/>
          <a:ext cx="2365242" cy="771992"/>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44749" numCol="1" spcCol="1270" anchor="ctr" anchorCtr="0">
          <a:noAutofit/>
        </a:bodyPr>
        <a:lstStyle/>
        <a:p>
          <a:pPr marL="0" lvl="0" indent="0" algn="ctr" defTabSz="800100" rtl="0">
            <a:lnSpc>
              <a:spcPct val="90000"/>
            </a:lnSpc>
            <a:spcBef>
              <a:spcPct val="0"/>
            </a:spcBef>
            <a:spcAft>
              <a:spcPct val="35000"/>
            </a:spcAft>
            <a:buNone/>
          </a:pPr>
          <a:r>
            <a:rPr lang="en-US" sz="1800" kern="1200" dirty="0"/>
            <a:t>Data Constraint</a:t>
          </a:r>
        </a:p>
      </dsp:txBody>
      <dsp:txXfrm>
        <a:off x="2177584" y="1254172"/>
        <a:ext cx="2365242" cy="771992"/>
      </dsp:txXfrm>
    </dsp:sp>
    <dsp:sp modelId="{9DEC4202-755A-2344-8796-6F2918EB0F12}">
      <dsp:nvSpPr>
        <dsp:cNvPr id="0" name=""/>
        <dsp:cNvSpPr/>
      </dsp:nvSpPr>
      <dsp:spPr>
        <a:xfrm>
          <a:off x="1172130" y="1767704"/>
          <a:ext cx="2213593" cy="408226"/>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11430" rIns="45720" bIns="11430" numCol="1" spcCol="1270" anchor="ctr" anchorCtr="0">
          <a:noAutofit/>
        </a:bodyPr>
        <a:lstStyle/>
        <a:p>
          <a:pPr marL="0" lvl="0" indent="0" algn="l" defTabSz="800100" rtl="0">
            <a:lnSpc>
              <a:spcPct val="90000"/>
            </a:lnSpc>
            <a:spcBef>
              <a:spcPct val="0"/>
            </a:spcBef>
            <a:spcAft>
              <a:spcPct val="35000"/>
            </a:spcAft>
            <a:buNone/>
          </a:pPr>
          <a:r>
            <a:rPr lang="en-US" sz="1800" kern="1200" dirty="0"/>
            <a:t>Only 200 HFpEF</a:t>
          </a:r>
        </a:p>
      </dsp:txBody>
      <dsp:txXfrm>
        <a:off x="1172130" y="1767704"/>
        <a:ext cx="2213593" cy="408226"/>
      </dsp:txXfrm>
    </dsp:sp>
    <dsp:sp modelId="{899F5B13-6EDA-6C40-B4A1-B92EBA9853F6}">
      <dsp:nvSpPr>
        <dsp:cNvPr id="0" name=""/>
        <dsp:cNvSpPr/>
      </dsp:nvSpPr>
      <dsp:spPr>
        <a:xfrm>
          <a:off x="6089607" y="1833681"/>
          <a:ext cx="3340887" cy="744121"/>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44749" numCol="1" spcCol="1270" anchor="ctr" anchorCtr="0">
          <a:noAutofit/>
        </a:bodyPr>
        <a:lstStyle/>
        <a:p>
          <a:pPr marL="0" lvl="0" indent="0" algn="ctr" defTabSz="800100" rtl="0">
            <a:lnSpc>
              <a:spcPct val="90000"/>
            </a:lnSpc>
            <a:spcBef>
              <a:spcPct val="0"/>
            </a:spcBef>
            <a:spcAft>
              <a:spcPct val="35000"/>
            </a:spcAft>
            <a:buNone/>
          </a:pPr>
          <a:r>
            <a:rPr lang="en-US" sz="1800" kern="1200" dirty="0"/>
            <a:t> Combine public Data</a:t>
          </a:r>
        </a:p>
      </dsp:txBody>
      <dsp:txXfrm>
        <a:off x="6089607" y="1833681"/>
        <a:ext cx="3340887" cy="744121"/>
      </dsp:txXfrm>
    </dsp:sp>
    <dsp:sp modelId="{D307560B-580B-844A-AF85-49F62ACEE651}">
      <dsp:nvSpPr>
        <dsp:cNvPr id="0" name=""/>
        <dsp:cNvSpPr/>
      </dsp:nvSpPr>
      <dsp:spPr>
        <a:xfrm>
          <a:off x="7827138" y="2341649"/>
          <a:ext cx="2297219" cy="531832"/>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13335" rIns="53340" bIns="13335" numCol="1" spcCol="1270" anchor="ctr" anchorCtr="0">
          <a:noAutofit/>
        </a:bodyPr>
        <a:lstStyle/>
        <a:p>
          <a:pPr marL="0" lvl="0" indent="0" algn="r" defTabSz="933450" rtl="0">
            <a:lnSpc>
              <a:spcPct val="90000"/>
            </a:lnSpc>
            <a:spcBef>
              <a:spcPct val="0"/>
            </a:spcBef>
            <a:spcAft>
              <a:spcPct val="35000"/>
            </a:spcAft>
            <a:buNone/>
          </a:pPr>
          <a:r>
            <a:rPr lang="en-US" sz="2100" kern="1200" dirty="0" err="1"/>
            <a:t>HErEF</a:t>
          </a:r>
          <a:r>
            <a:rPr lang="en-US" sz="2100" kern="1200" dirty="0"/>
            <a:t> and Healthy</a:t>
          </a:r>
        </a:p>
      </dsp:txBody>
      <dsp:txXfrm>
        <a:off x="7827138" y="2341649"/>
        <a:ext cx="2297219" cy="5318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98BA5-1D6D-1645-8C36-4A9F8C4BCA1E}">
      <dsp:nvSpPr>
        <dsp:cNvPr id="0" name=""/>
        <dsp:cNvSpPr/>
      </dsp:nvSpPr>
      <dsp:spPr>
        <a:xfrm>
          <a:off x="3954148" y="838838"/>
          <a:ext cx="1273506" cy="1279920"/>
        </a:xfrm>
        <a:custGeom>
          <a:avLst/>
          <a:gdLst/>
          <a:ahLst/>
          <a:cxnLst/>
          <a:rect l="0" t="0" r="0" b="0"/>
          <a:pathLst>
            <a:path>
              <a:moveTo>
                <a:pt x="1273506" y="0"/>
              </a:moveTo>
              <a:lnTo>
                <a:pt x="1273506" y="1279920"/>
              </a:lnTo>
              <a:lnTo>
                <a:pt x="0" y="1279920"/>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A9FE09-59E2-8447-9BB3-26490B2BC205}">
      <dsp:nvSpPr>
        <dsp:cNvPr id="0" name=""/>
        <dsp:cNvSpPr/>
      </dsp:nvSpPr>
      <dsp:spPr>
        <a:xfrm>
          <a:off x="5227655" y="838838"/>
          <a:ext cx="765261" cy="877497"/>
        </a:xfrm>
        <a:custGeom>
          <a:avLst/>
          <a:gdLst/>
          <a:ahLst/>
          <a:cxnLst/>
          <a:rect l="0" t="0" r="0" b="0"/>
          <a:pathLst>
            <a:path>
              <a:moveTo>
                <a:pt x="0" y="0"/>
              </a:moveTo>
              <a:lnTo>
                <a:pt x="0" y="877497"/>
              </a:lnTo>
              <a:lnTo>
                <a:pt x="765261" y="877497"/>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907B83-C836-8A4A-A48A-9DD49D80F162}">
      <dsp:nvSpPr>
        <dsp:cNvPr id="0" name=""/>
        <dsp:cNvSpPr/>
      </dsp:nvSpPr>
      <dsp:spPr>
        <a:xfrm>
          <a:off x="5128335" y="838838"/>
          <a:ext cx="91440" cy="519903"/>
        </a:xfrm>
        <a:custGeom>
          <a:avLst/>
          <a:gdLst/>
          <a:ahLst/>
          <a:cxnLst/>
          <a:rect l="0" t="0" r="0" b="0"/>
          <a:pathLst>
            <a:path>
              <a:moveTo>
                <a:pt x="99319" y="0"/>
              </a:moveTo>
              <a:lnTo>
                <a:pt x="99319" y="519903"/>
              </a:lnTo>
              <a:lnTo>
                <a:pt x="45720" y="519903"/>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FE00EC-3CAC-F746-AE32-B64D6E9AF35C}">
      <dsp:nvSpPr>
        <dsp:cNvPr id="0" name=""/>
        <dsp:cNvSpPr/>
      </dsp:nvSpPr>
      <dsp:spPr>
        <a:xfrm>
          <a:off x="9837892" y="3818803"/>
          <a:ext cx="91440" cy="405558"/>
        </a:xfrm>
        <a:custGeom>
          <a:avLst/>
          <a:gdLst/>
          <a:ahLst/>
          <a:cxnLst/>
          <a:rect l="0" t="0" r="0" b="0"/>
          <a:pathLst>
            <a:path>
              <a:moveTo>
                <a:pt x="45720" y="0"/>
              </a:moveTo>
              <a:lnTo>
                <a:pt x="45720" y="219519"/>
              </a:lnTo>
              <a:lnTo>
                <a:pt x="71267" y="219519"/>
              </a:lnTo>
              <a:lnTo>
                <a:pt x="71267" y="405558"/>
              </a:lnTo>
            </a:path>
          </a:pathLst>
        </a:custGeom>
        <a:noFill/>
        <a:ln w="19050">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F8652F-802E-2743-9975-E8FEF37F49E1}">
      <dsp:nvSpPr>
        <dsp:cNvPr id="0" name=""/>
        <dsp:cNvSpPr/>
      </dsp:nvSpPr>
      <dsp:spPr>
        <a:xfrm>
          <a:off x="5227655" y="838838"/>
          <a:ext cx="4655957" cy="2361044"/>
        </a:xfrm>
        <a:custGeom>
          <a:avLst/>
          <a:gdLst/>
          <a:ahLst/>
          <a:cxnLst/>
          <a:rect l="0" t="0" r="0" b="0"/>
          <a:pathLst>
            <a:path>
              <a:moveTo>
                <a:pt x="0" y="0"/>
              </a:moveTo>
              <a:lnTo>
                <a:pt x="0" y="2175005"/>
              </a:lnTo>
              <a:lnTo>
                <a:pt x="4655957" y="2175005"/>
              </a:lnTo>
              <a:lnTo>
                <a:pt x="4655957" y="2361044"/>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5280A67-76C9-CF48-94E4-DB7ACBEC6EA2}">
      <dsp:nvSpPr>
        <dsp:cNvPr id="0" name=""/>
        <dsp:cNvSpPr/>
      </dsp:nvSpPr>
      <dsp:spPr>
        <a:xfrm>
          <a:off x="6471729" y="3819290"/>
          <a:ext cx="798780" cy="587979"/>
        </a:xfrm>
        <a:custGeom>
          <a:avLst/>
          <a:gdLst/>
          <a:ahLst/>
          <a:cxnLst/>
          <a:rect l="0" t="0" r="0" b="0"/>
          <a:pathLst>
            <a:path>
              <a:moveTo>
                <a:pt x="798780" y="0"/>
              </a:moveTo>
              <a:lnTo>
                <a:pt x="798780" y="401940"/>
              </a:lnTo>
              <a:lnTo>
                <a:pt x="0" y="401940"/>
              </a:lnTo>
              <a:lnTo>
                <a:pt x="0" y="587979"/>
              </a:lnTo>
            </a:path>
          </a:pathLst>
        </a:custGeom>
        <a:noFill/>
        <a:ln w="19050">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B20C4E-C168-2C47-9EA3-0173AB662BA8}">
      <dsp:nvSpPr>
        <dsp:cNvPr id="0" name=""/>
        <dsp:cNvSpPr/>
      </dsp:nvSpPr>
      <dsp:spPr>
        <a:xfrm>
          <a:off x="5227655" y="838838"/>
          <a:ext cx="2042854" cy="2390959"/>
        </a:xfrm>
        <a:custGeom>
          <a:avLst/>
          <a:gdLst/>
          <a:ahLst/>
          <a:cxnLst/>
          <a:rect l="0" t="0" r="0" b="0"/>
          <a:pathLst>
            <a:path>
              <a:moveTo>
                <a:pt x="0" y="0"/>
              </a:moveTo>
              <a:lnTo>
                <a:pt x="0" y="2204920"/>
              </a:lnTo>
              <a:lnTo>
                <a:pt x="2042854" y="2204920"/>
              </a:lnTo>
              <a:lnTo>
                <a:pt x="2042854" y="2390959"/>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F912CB-B871-E943-A009-6BFB7C08D2A1}">
      <dsp:nvSpPr>
        <dsp:cNvPr id="0" name=""/>
        <dsp:cNvSpPr/>
      </dsp:nvSpPr>
      <dsp:spPr>
        <a:xfrm>
          <a:off x="4684748" y="838838"/>
          <a:ext cx="542906" cy="2375826"/>
        </a:xfrm>
        <a:custGeom>
          <a:avLst/>
          <a:gdLst/>
          <a:ahLst/>
          <a:cxnLst/>
          <a:rect l="0" t="0" r="0" b="0"/>
          <a:pathLst>
            <a:path>
              <a:moveTo>
                <a:pt x="542906" y="0"/>
              </a:moveTo>
              <a:lnTo>
                <a:pt x="542906" y="2189787"/>
              </a:lnTo>
              <a:lnTo>
                <a:pt x="0" y="2189787"/>
              </a:lnTo>
              <a:lnTo>
                <a:pt x="0" y="2375826"/>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A0C070-CE9F-F143-9F23-55DB1DEAABE5}">
      <dsp:nvSpPr>
        <dsp:cNvPr id="0" name=""/>
        <dsp:cNvSpPr/>
      </dsp:nvSpPr>
      <dsp:spPr>
        <a:xfrm>
          <a:off x="1944732" y="838838"/>
          <a:ext cx="3282923" cy="2348303"/>
        </a:xfrm>
        <a:custGeom>
          <a:avLst/>
          <a:gdLst/>
          <a:ahLst/>
          <a:cxnLst/>
          <a:rect l="0" t="0" r="0" b="0"/>
          <a:pathLst>
            <a:path>
              <a:moveTo>
                <a:pt x="3282923" y="0"/>
              </a:moveTo>
              <a:lnTo>
                <a:pt x="3282923" y="2162263"/>
              </a:lnTo>
              <a:lnTo>
                <a:pt x="0" y="2162263"/>
              </a:lnTo>
              <a:lnTo>
                <a:pt x="0" y="2348303"/>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9314137-E4F2-3D4C-8A65-24670A808680}">
      <dsp:nvSpPr>
        <dsp:cNvPr id="0" name=""/>
        <dsp:cNvSpPr/>
      </dsp:nvSpPr>
      <dsp:spPr>
        <a:xfrm>
          <a:off x="3733331" y="213116"/>
          <a:ext cx="2988648" cy="625721"/>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2509" numCol="1" spcCol="1270" anchor="ctr" anchorCtr="0">
          <a:noAutofit/>
        </a:bodyPr>
        <a:lstStyle/>
        <a:p>
          <a:pPr marL="0" lvl="0" indent="0" algn="ctr" defTabSz="800100" rtl="0">
            <a:lnSpc>
              <a:spcPct val="90000"/>
            </a:lnSpc>
            <a:spcBef>
              <a:spcPct val="0"/>
            </a:spcBef>
            <a:spcAft>
              <a:spcPct val="35000"/>
            </a:spcAft>
            <a:buNone/>
          </a:pPr>
          <a:r>
            <a:rPr lang="en-US" sz="1800" kern="1200" dirty="0"/>
            <a:t>Clinical question</a:t>
          </a:r>
        </a:p>
      </dsp:txBody>
      <dsp:txXfrm>
        <a:off x="3733331" y="213116"/>
        <a:ext cx="2988648" cy="625721"/>
      </dsp:txXfrm>
    </dsp:sp>
    <dsp:sp modelId="{1347DC7D-4AF4-5E43-8315-7481D9455804}">
      <dsp:nvSpPr>
        <dsp:cNvPr id="0" name=""/>
        <dsp:cNvSpPr/>
      </dsp:nvSpPr>
      <dsp:spPr>
        <a:xfrm>
          <a:off x="5540077" y="660026"/>
          <a:ext cx="2960458" cy="370677"/>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11430" rIns="45720" bIns="11430" numCol="1" spcCol="1270" anchor="ctr" anchorCtr="0">
          <a:noAutofit/>
        </a:bodyPr>
        <a:lstStyle/>
        <a:p>
          <a:pPr marL="0" lvl="0" indent="0" algn="ctr" defTabSz="800100">
            <a:lnSpc>
              <a:spcPct val="90000"/>
            </a:lnSpc>
            <a:spcBef>
              <a:spcPct val="0"/>
            </a:spcBef>
            <a:spcAft>
              <a:spcPct val="35000"/>
            </a:spcAft>
            <a:buNone/>
          </a:pPr>
          <a:r>
            <a:rPr lang="en-US" sz="1800" b="0" kern="1200" dirty="0">
              <a:solidFill>
                <a:schemeClr val="tx1"/>
              </a:solidFill>
              <a:latin typeface="Bitstream Charter"/>
              <a:ea typeface="Bitstream Charter"/>
              <a:cs typeface="Bitstream Charter"/>
            </a:rPr>
            <a:t>Can we detect early risk?</a:t>
          </a:r>
          <a:endParaRPr lang="en-US" sz="1800" kern="1200" dirty="0">
            <a:solidFill>
              <a:schemeClr val="tx1"/>
            </a:solidFill>
          </a:endParaRPr>
        </a:p>
      </dsp:txBody>
      <dsp:txXfrm>
        <a:off x="5540077" y="660026"/>
        <a:ext cx="2960458" cy="370677"/>
      </dsp:txXfrm>
    </dsp:sp>
    <dsp:sp modelId="{E2CE50B5-94E2-DD41-AA39-D5C0E280B949}">
      <dsp:nvSpPr>
        <dsp:cNvPr id="0" name=""/>
        <dsp:cNvSpPr/>
      </dsp:nvSpPr>
      <dsp:spPr>
        <a:xfrm>
          <a:off x="902033" y="3187141"/>
          <a:ext cx="2085398" cy="639866"/>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12509" numCol="1" spcCol="1270" anchor="ctr" anchorCtr="0">
          <a:noAutofit/>
        </a:bodyPr>
        <a:lstStyle/>
        <a:p>
          <a:pPr marL="0" lvl="0" indent="0" algn="ctr" defTabSz="889000" rtl="0">
            <a:lnSpc>
              <a:spcPct val="90000"/>
            </a:lnSpc>
            <a:spcBef>
              <a:spcPct val="0"/>
            </a:spcBef>
            <a:spcAft>
              <a:spcPct val="35000"/>
            </a:spcAft>
            <a:buNone/>
          </a:pPr>
          <a:r>
            <a:rPr lang="en-US" sz="2000" kern="1200" dirty="0"/>
            <a:t>3D CNN models</a:t>
          </a:r>
        </a:p>
      </dsp:txBody>
      <dsp:txXfrm>
        <a:off x="902033" y="3187141"/>
        <a:ext cx="2085398" cy="639866"/>
      </dsp:txXfrm>
    </dsp:sp>
    <dsp:sp modelId="{911E9C21-5923-2B4D-8218-898A5DEDCEB7}">
      <dsp:nvSpPr>
        <dsp:cNvPr id="0" name=""/>
        <dsp:cNvSpPr/>
      </dsp:nvSpPr>
      <dsp:spPr>
        <a:xfrm>
          <a:off x="626341" y="3666882"/>
          <a:ext cx="1525133" cy="624462"/>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8260" tIns="12065" rIns="48260" bIns="12065" numCol="1" spcCol="1270" anchor="ctr" anchorCtr="0">
          <a:noAutofit/>
        </a:bodyPr>
        <a:lstStyle/>
        <a:p>
          <a:pPr marL="0" lvl="0" indent="0" algn="ctr" defTabSz="844550" rtl="0">
            <a:lnSpc>
              <a:spcPct val="90000"/>
            </a:lnSpc>
            <a:spcBef>
              <a:spcPct val="0"/>
            </a:spcBef>
            <a:spcAft>
              <a:spcPct val="35000"/>
            </a:spcAft>
            <a:buNone/>
          </a:pPr>
          <a:r>
            <a:rPr lang="en-US" sz="1900" kern="1200" dirty="0"/>
            <a:t>3-way classification</a:t>
          </a:r>
        </a:p>
      </dsp:txBody>
      <dsp:txXfrm>
        <a:off x="626341" y="3666882"/>
        <a:ext cx="1525133" cy="624462"/>
      </dsp:txXfrm>
    </dsp:sp>
    <dsp:sp modelId="{50FB79E2-175C-6043-99BE-88503D4EA79F}">
      <dsp:nvSpPr>
        <dsp:cNvPr id="0" name=""/>
        <dsp:cNvSpPr/>
      </dsp:nvSpPr>
      <dsp:spPr>
        <a:xfrm>
          <a:off x="3914780" y="3214665"/>
          <a:ext cx="1539937" cy="797311"/>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12509" numCol="1" spcCol="1270" anchor="ctr" anchorCtr="0">
          <a:noAutofit/>
        </a:bodyPr>
        <a:lstStyle/>
        <a:p>
          <a:pPr marL="0" lvl="0" indent="0" algn="ctr" defTabSz="889000" rtl="0">
            <a:lnSpc>
              <a:spcPct val="90000"/>
            </a:lnSpc>
            <a:spcBef>
              <a:spcPct val="0"/>
            </a:spcBef>
            <a:spcAft>
              <a:spcPct val="35000"/>
            </a:spcAft>
            <a:buNone/>
          </a:pPr>
          <a:r>
            <a:rPr lang="en-US" sz="2000" kern="1200" dirty="0"/>
            <a:t>Cycle-aware</a:t>
          </a:r>
        </a:p>
      </dsp:txBody>
      <dsp:txXfrm>
        <a:off x="3914780" y="3214665"/>
        <a:ext cx="1539937" cy="797311"/>
      </dsp:txXfrm>
    </dsp:sp>
    <dsp:sp modelId="{2B3177EE-12EC-CC4B-86F9-8F6C811CB028}">
      <dsp:nvSpPr>
        <dsp:cNvPr id="0" name=""/>
        <dsp:cNvSpPr/>
      </dsp:nvSpPr>
      <dsp:spPr>
        <a:xfrm>
          <a:off x="3656561" y="3785199"/>
          <a:ext cx="1385943" cy="415125"/>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10160" rIns="40640" bIns="10160" numCol="1" spcCol="1270" anchor="ctr" anchorCtr="0">
          <a:noAutofit/>
        </a:bodyPr>
        <a:lstStyle/>
        <a:p>
          <a:pPr marL="0" lvl="0" indent="0" algn="r" defTabSz="711200" rtl="0">
            <a:lnSpc>
              <a:spcPct val="90000"/>
            </a:lnSpc>
            <a:spcBef>
              <a:spcPct val="0"/>
            </a:spcBef>
            <a:spcAft>
              <a:spcPct val="35000"/>
            </a:spcAft>
            <a:buNone/>
          </a:pPr>
          <a:r>
            <a:rPr lang="en-US" sz="1600" kern="1200" dirty="0"/>
            <a:t>ES-ED  frames</a:t>
          </a:r>
        </a:p>
      </dsp:txBody>
      <dsp:txXfrm>
        <a:off x="3656561" y="3785199"/>
        <a:ext cx="1385943" cy="415125"/>
      </dsp:txXfrm>
    </dsp:sp>
    <dsp:sp modelId="{CBFCE435-C6AE-E449-A5CF-C8CEAA2FC28B}">
      <dsp:nvSpPr>
        <dsp:cNvPr id="0" name=""/>
        <dsp:cNvSpPr/>
      </dsp:nvSpPr>
      <dsp:spPr>
        <a:xfrm>
          <a:off x="6085766" y="3229798"/>
          <a:ext cx="2369485" cy="589491"/>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12509" numCol="1" spcCol="1270" anchor="ctr" anchorCtr="0">
          <a:noAutofit/>
        </a:bodyPr>
        <a:lstStyle/>
        <a:p>
          <a:pPr marL="0" lvl="0" indent="0" algn="ctr" defTabSz="889000" rtl="0">
            <a:lnSpc>
              <a:spcPct val="90000"/>
            </a:lnSpc>
            <a:spcBef>
              <a:spcPct val="0"/>
            </a:spcBef>
            <a:spcAft>
              <a:spcPct val="35000"/>
            </a:spcAft>
            <a:buNone/>
          </a:pPr>
          <a:r>
            <a:rPr lang="en-US" sz="2000" kern="1200" dirty="0"/>
            <a:t>Foundation models</a:t>
          </a:r>
        </a:p>
      </dsp:txBody>
      <dsp:txXfrm>
        <a:off x="6085766" y="3229798"/>
        <a:ext cx="2369485" cy="589491"/>
      </dsp:txXfrm>
    </dsp:sp>
    <dsp:sp modelId="{7374A6AC-0145-1441-BF44-4EE8C93D39BE}">
      <dsp:nvSpPr>
        <dsp:cNvPr id="0" name=""/>
        <dsp:cNvSpPr/>
      </dsp:nvSpPr>
      <dsp:spPr>
        <a:xfrm>
          <a:off x="7035104" y="3700974"/>
          <a:ext cx="1385943" cy="265770"/>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rtl="0">
            <a:lnSpc>
              <a:spcPct val="90000"/>
            </a:lnSpc>
            <a:spcBef>
              <a:spcPct val="0"/>
            </a:spcBef>
            <a:spcAft>
              <a:spcPct val="35000"/>
            </a:spcAft>
            <a:buNone/>
          </a:pPr>
          <a:r>
            <a:rPr lang="en-US" sz="1200" kern="1200" dirty="0"/>
            <a:t>Transformer-based</a:t>
          </a:r>
        </a:p>
      </dsp:txBody>
      <dsp:txXfrm>
        <a:off x="7035104" y="3700974"/>
        <a:ext cx="1385943" cy="265770"/>
      </dsp:txXfrm>
    </dsp:sp>
    <dsp:sp modelId="{FA51453F-E189-DE47-9453-7928C923030B}">
      <dsp:nvSpPr>
        <dsp:cNvPr id="0" name=""/>
        <dsp:cNvSpPr/>
      </dsp:nvSpPr>
      <dsp:spPr>
        <a:xfrm>
          <a:off x="5701760" y="4407269"/>
          <a:ext cx="1539937" cy="797311"/>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12509" numCol="1" spcCol="1270" anchor="ctr" anchorCtr="0">
          <a:noAutofit/>
        </a:bodyPr>
        <a:lstStyle/>
        <a:p>
          <a:pPr marL="0" lvl="0" indent="0" algn="ctr" defTabSz="889000" rtl="0">
            <a:lnSpc>
              <a:spcPct val="90000"/>
            </a:lnSpc>
            <a:spcBef>
              <a:spcPct val="0"/>
            </a:spcBef>
            <a:spcAft>
              <a:spcPct val="35000"/>
            </a:spcAft>
            <a:buNone/>
          </a:pPr>
          <a:r>
            <a:rPr lang="en-US" sz="2000" kern="1200" dirty="0"/>
            <a:t>Positional or Temporal</a:t>
          </a:r>
        </a:p>
      </dsp:txBody>
      <dsp:txXfrm>
        <a:off x="5701760" y="4407269"/>
        <a:ext cx="1539937" cy="797311"/>
      </dsp:txXfrm>
    </dsp:sp>
    <dsp:sp modelId="{C1CDE55D-F587-0F46-9C73-49C899CC1605}">
      <dsp:nvSpPr>
        <dsp:cNvPr id="0" name=""/>
        <dsp:cNvSpPr/>
      </dsp:nvSpPr>
      <dsp:spPr>
        <a:xfrm>
          <a:off x="6016497" y="5080697"/>
          <a:ext cx="1385943" cy="265770"/>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rtl="0">
            <a:lnSpc>
              <a:spcPct val="90000"/>
            </a:lnSpc>
            <a:spcBef>
              <a:spcPct val="0"/>
            </a:spcBef>
            <a:spcAft>
              <a:spcPct val="35000"/>
            </a:spcAft>
            <a:buNone/>
          </a:pPr>
          <a:r>
            <a:rPr lang="en-US" sz="1700" kern="1200" dirty="0"/>
            <a:t>TimeSformer</a:t>
          </a:r>
        </a:p>
      </dsp:txBody>
      <dsp:txXfrm>
        <a:off x="6016497" y="5080697"/>
        <a:ext cx="1385943" cy="265770"/>
      </dsp:txXfrm>
    </dsp:sp>
    <dsp:sp modelId="{4DB775DB-C27C-244A-A787-82A758F795FF}">
      <dsp:nvSpPr>
        <dsp:cNvPr id="0" name=""/>
        <dsp:cNvSpPr/>
      </dsp:nvSpPr>
      <dsp:spPr>
        <a:xfrm>
          <a:off x="8874792" y="3199883"/>
          <a:ext cx="2017640" cy="618920"/>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12509" numCol="1" spcCol="1270" anchor="ctr" anchorCtr="0">
          <a:noAutofit/>
        </a:bodyPr>
        <a:lstStyle/>
        <a:p>
          <a:pPr marL="0" lvl="0" indent="0" algn="ctr" defTabSz="889000" rtl="0">
            <a:lnSpc>
              <a:spcPct val="90000"/>
            </a:lnSpc>
            <a:spcBef>
              <a:spcPct val="0"/>
            </a:spcBef>
            <a:spcAft>
              <a:spcPct val="35000"/>
            </a:spcAft>
            <a:buNone/>
          </a:pPr>
          <a:r>
            <a:rPr lang="en-US" sz="2000" kern="1200" dirty="0"/>
            <a:t>Domain Gap</a:t>
          </a:r>
        </a:p>
      </dsp:txBody>
      <dsp:txXfrm>
        <a:off x="8874792" y="3199883"/>
        <a:ext cx="2017640" cy="618920"/>
      </dsp:txXfrm>
    </dsp:sp>
    <dsp:sp modelId="{17460135-3B8C-4D41-A599-31A5BE1C7AED}">
      <dsp:nvSpPr>
        <dsp:cNvPr id="0" name=""/>
        <dsp:cNvSpPr/>
      </dsp:nvSpPr>
      <dsp:spPr>
        <a:xfrm>
          <a:off x="9710831" y="3696746"/>
          <a:ext cx="1385943" cy="265770"/>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8890" rIns="35560" bIns="8890" numCol="1" spcCol="1270" anchor="ctr" anchorCtr="0">
          <a:noAutofit/>
        </a:bodyPr>
        <a:lstStyle/>
        <a:p>
          <a:pPr marL="0" lvl="0" indent="0" algn="r" defTabSz="622300" rtl="0">
            <a:lnSpc>
              <a:spcPct val="90000"/>
            </a:lnSpc>
            <a:spcBef>
              <a:spcPct val="0"/>
            </a:spcBef>
            <a:spcAft>
              <a:spcPct val="35000"/>
            </a:spcAft>
            <a:buNone/>
          </a:pPr>
          <a:r>
            <a:rPr lang="en-US" sz="1400" kern="1200" dirty="0"/>
            <a:t>Distribution shift</a:t>
          </a:r>
        </a:p>
      </dsp:txBody>
      <dsp:txXfrm>
        <a:off x="9710831" y="3696746"/>
        <a:ext cx="1385943" cy="265770"/>
      </dsp:txXfrm>
    </dsp:sp>
    <dsp:sp modelId="{858627B0-A821-E446-8B83-68AEFABC2427}">
      <dsp:nvSpPr>
        <dsp:cNvPr id="0" name=""/>
        <dsp:cNvSpPr/>
      </dsp:nvSpPr>
      <dsp:spPr>
        <a:xfrm>
          <a:off x="8898899" y="4224362"/>
          <a:ext cx="2020520" cy="797311"/>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12509" numCol="1" spcCol="1270" anchor="ctr" anchorCtr="0">
          <a:noAutofit/>
        </a:bodyPr>
        <a:lstStyle/>
        <a:p>
          <a:pPr marL="0" lvl="0" indent="0" algn="ctr" defTabSz="889000" rtl="0">
            <a:lnSpc>
              <a:spcPct val="90000"/>
            </a:lnSpc>
            <a:spcBef>
              <a:spcPct val="0"/>
            </a:spcBef>
            <a:spcAft>
              <a:spcPct val="35000"/>
            </a:spcAft>
            <a:buNone/>
          </a:pPr>
          <a:r>
            <a:rPr lang="en-US" sz="2000" kern="1200" dirty="0"/>
            <a:t>Z-Normalization</a:t>
          </a:r>
        </a:p>
      </dsp:txBody>
      <dsp:txXfrm>
        <a:off x="8898899" y="4224362"/>
        <a:ext cx="2020520" cy="797311"/>
      </dsp:txXfrm>
    </dsp:sp>
    <dsp:sp modelId="{7C6EC666-F0CC-7342-975C-7C27AB8BA574}">
      <dsp:nvSpPr>
        <dsp:cNvPr id="0" name=""/>
        <dsp:cNvSpPr/>
      </dsp:nvSpPr>
      <dsp:spPr>
        <a:xfrm>
          <a:off x="8812885" y="4783133"/>
          <a:ext cx="1112233" cy="360142"/>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800" tIns="12700" rIns="50800" bIns="12700" numCol="1" spcCol="1270" anchor="ctr" anchorCtr="0">
          <a:noAutofit/>
        </a:bodyPr>
        <a:lstStyle/>
        <a:p>
          <a:pPr marL="0" lvl="0" indent="0" algn="ctr" defTabSz="889000" rtl="0">
            <a:lnSpc>
              <a:spcPct val="90000"/>
            </a:lnSpc>
            <a:spcBef>
              <a:spcPct val="0"/>
            </a:spcBef>
            <a:spcAft>
              <a:spcPct val="35000"/>
            </a:spcAft>
            <a:buNone/>
          </a:pPr>
          <a:r>
            <a:rPr lang="en-US" sz="2000" kern="1200" dirty="0"/>
            <a:t>Per video</a:t>
          </a:r>
        </a:p>
      </dsp:txBody>
      <dsp:txXfrm>
        <a:off x="8812885" y="4783133"/>
        <a:ext cx="1112233" cy="360142"/>
      </dsp:txXfrm>
    </dsp:sp>
    <dsp:sp modelId="{D4669CB2-A470-0E47-BFA1-34C9F15B8A10}">
      <dsp:nvSpPr>
        <dsp:cNvPr id="0" name=""/>
        <dsp:cNvSpPr/>
      </dsp:nvSpPr>
      <dsp:spPr>
        <a:xfrm>
          <a:off x="3335617" y="1058718"/>
          <a:ext cx="1838438" cy="600048"/>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2509" numCol="1" spcCol="1270" anchor="ctr" anchorCtr="0">
          <a:noAutofit/>
        </a:bodyPr>
        <a:lstStyle/>
        <a:p>
          <a:pPr marL="0" lvl="0" indent="0" algn="ctr" defTabSz="800100" rtl="0">
            <a:lnSpc>
              <a:spcPct val="90000"/>
            </a:lnSpc>
            <a:spcBef>
              <a:spcPct val="0"/>
            </a:spcBef>
            <a:spcAft>
              <a:spcPct val="35000"/>
            </a:spcAft>
            <a:buNone/>
          </a:pPr>
          <a:r>
            <a:rPr lang="en-US" sz="1800" kern="1200" dirty="0"/>
            <a:t>Data Constraint</a:t>
          </a:r>
        </a:p>
      </dsp:txBody>
      <dsp:txXfrm>
        <a:off x="3335617" y="1058718"/>
        <a:ext cx="1838438" cy="600048"/>
      </dsp:txXfrm>
    </dsp:sp>
    <dsp:sp modelId="{9DEC4202-755A-2344-8796-6F2918EB0F12}">
      <dsp:nvSpPr>
        <dsp:cNvPr id="0" name=""/>
        <dsp:cNvSpPr/>
      </dsp:nvSpPr>
      <dsp:spPr>
        <a:xfrm>
          <a:off x="2800118" y="1430533"/>
          <a:ext cx="1720565" cy="317303"/>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11430" rIns="45720" bIns="11430" numCol="1" spcCol="1270" anchor="ctr" anchorCtr="0">
          <a:noAutofit/>
        </a:bodyPr>
        <a:lstStyle/>
        <a:p>
          <a:pPr marL="0" lvl="0" indent="0" algn="l" defTabSz="800100" rtl="0">
            <a:lnSpc>
              <a:spcPct val="90000"/>
            </a:lnSpc>
            <a:spcBef>
              <a:spcPct val="0"/>
            </a:spcBef>
            <a:spcAft>
              <a:spcPct val="35000"/>
            </a:spcAft>
            <a:buNone/>
          </a:pPr>
          <a:r>
            <a:rPr lang="en-US" sz="1800" kern="1200" dirty="0"/>
            <a:t>Only 200 HFpEF</a:t>
          </a:r>
        </a:p>
      </dsp:txBody>
      <dsp:txXfrm>
        <a:off x="2800118" y="1430533"/>
        <a:ext cx="1720565" cy="317303"/>
      </dsp:txXfrm>
    </dsp:sp>
    <dsp:sp modelId="{899F5B13-6EDA-6C40-B4A1-B92EBA9853F6}">
      <dsp:nvSpPr>
        <dsp:cNvPr id="0" name=""/>
        <dsp:cNvSpPr/>
      </dsp:nvSpPr>
      <dsp:spPr>
        <a:xfrm>
          <a:off x="5992916" y="1427143"/>
          <a:ext cx="2596780" cy="578385"/>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2509" numCol="1" spcCol="1270" anchor="ctr" anchorCtr="0">
          <a:noAutofit/>
        </a:bodyPr>
        <a:lstStyle/>
        <a:p>
          <a:pPr marL="0" lvl="0" indent="0" algn="ctr" defTabSz="800100" rtl="0">
            <a:lnSpc>
              <a:spcPct val="90000"/>
            </a:lnSpc>
            <a:spcBef>
              <a:spcPct val="0"/>
            </a:spcBef>
            <a:spcAft>
              <a:spcPct val="35000"/>
            </a:spcAft>
            <a:buNone/>
          </a:pPr>
          <a:r>
            <a:rPr lang="en-US" sz="1800" kern="1200" dirty="0"/>
            <a:t> Combine public Data</a:t>
          </a:r>
        </a:p>
      </dsp:txBody>
      <dsp:txXfrm>
        <a:off x="5992916" y="1427143"/>
        <a:ext cx="2596780" cy="578385"/>
      </dsp:txXfrm>
    </dsp:sp>
    <dsp:sp modelId="{D307560B-580B-844A-AF85-49F62ACEE651}">
      <dsp:nvSpPr>
        <dsp:cNvPr id="0" name=""/>
        <dsp:cNvSpPr/>
      </dsp:nvSpPr>
      <dsp:spPr>
        <a:xfrm>
          <a:off x="7343452" y="1821972"/>
          <a:ext cx="1785566" cy="413379"/>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10160" rIns="40640" bIns="10160" numCol="1" spcCol="1270" anchor="ctr" anchorCtr="0">
          <a:noAutofit/>
        </a:bodyPr>
        <a:lstStyle/>
        <a:p>
          <a:pPr marL="0" lvl="0" indent="0" algn="r" defTabSz="711200" rtl="0">
            <a:lnSpc>
              <a:spcPct val="90000"/>
            </a:lnSpc>
            <a:spcBef>
              <a:spcPct val="0"/>
            </a:spcBef>
            <a:spcAft>
              <a:spcPct val="35000"/>
            </a:spcAft>
            <a:buNone/>
          </a:pPr>
          <a:r>
            <a:rPr lang="en-US" sz="1600" kern="1200" dirty="0" err="1"/>
            <a:t>HErEF</a:t>
          </a:r>
          <a:r>
            <a:rPr lang="en-US" sz="1600" kern="1200" dirty="0"/>
            <a:t> and Healthy</a:t>
          </a:r>
        </a:p>
      </dsp:txBody>
      <dsp:txXfrm>
        <a:off x="7343452" y="1821972"/>
        <a:ext cx="1785566" cy="413379"/>
      </dsp:txXfrm>
    </dsp:sp>
    <dsp:sp modelId="{79363692-3A80-844B-A62D-3356CA3B8D88}">
      <dsp:nvSpPr>
        <dsp:cNvPr id="0" name=""/>
        <dsp:cNvSpPr/>
      </dsp:nvSpPr>
      <dsp:spPr>
        <a:xfrm>
          <a:off x="1516089" y="1827871"/>
          <a:ext cx="2438059" cy="581774"/>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2509" numCol="1" spcCol="1270" anchor="ctr" anchorCtr="0">
          <a:noAutofit/>
        </a:bodyPr>
        <a:lstStyle/>
        <a:p>
          <a:pPr marL="0" lvl="0" indent="0" algn="ctr" defTabSz="800100" rtl="0">
            <a:lnSpc>
              <a:spcPct val="90000"/>
            </a:lnSpc>
            <a:spcBef>
              <a:spcPct val="0"/>
            </a:spcBef>
            <a:spcAft>
              <a:spcPct val="35000"/>
            </a:spcAft>
            <a:buNone/>
          </a:pPr>
          <a:r>
            <a:rPr lang="en-US" sz="1800" kern="1200" dirty="0"/>
            <a:t>New institutional Data</a:t>
          </a:r>
        </a:p>
      </dsp:txBody>
      <dsp:txXfrm>
        <a:off x="1516089" y="1827871"/>
        <a:ext cx="2438059" cy="581774"/>
      </dsp:txXfrm>
    </dsp:sp>
    <dsp:sp modelId="{54BD6DFF-D595-F041-A51A-5AF809A552C0}">
      <dsp:nvSpPr>
        <dsp:cNvPr id="0" name=""/>
        <dsp:cNvSpPr/>
      </dsp:nvSpPr>
      <dsp:spPr>
        <a:xfrm>
          <a:off x="913367" y="2330292"/>
          <a:ext cx="1817526" cy="254121"/>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9525" rIns="38100" bIns="9525" numCol="1" spcCol="1270" anchor="ctr" anchorCtr="0">
          <a:noAutofit/>
        </a:bodyPr>
        <a:lstStyle/>
        <a:p>
          <a:pPr marL="0" lvl="0" indent="0" algn="r" defTabSz="666750" rtl="0">
            <a:lnSpc>
              <a:spcPct val="90000"/>
            </a:lnSpc>
            <a:spcBef>
              <a:spcPct val="0"/>
            </a:spcBef>
            <a:spcAft>
              <a:spcPct val="35000"/>
            </a:spcAft>
            <a:buNone/>
          </a:pPr>
          <a:r>
            <a:rPr lang="en-US" sz="1500" kern="1200" dirty="0" err="1"/>
            <a:t>HErEF</a:t>
          </a:r>
          <a:r>
            <a:rPr lang="en-US" sz="1500" kern="1200" dirty="0"/>
            <a:t> and Healthy</a:t>
          </a:r>
        </a:p>
      </dsp:txBody>
      <dsp:txXfrm>
        <a:off x="913367" y="2330292"/>
        <a:ext cx="1817526" cy="25412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98BA5-1D6D-1645-8C36-4A9F8C4BCA1E}">
      <dsp:nvSpPr>
        <dsp:cNvPr id="0" name=""/>
        <dsp:cNvSpPr/>
      </dsp:nvSpPr>
      <dsp:spPr>
        <a:xfrm>
          <a:off x="3966153" y="820825"/>
          <a:ext cx="1249923" cy="1256217"/>
        </a:xfrm>
        <a:custGeom>
          <a:avLst/>
          <a:gdLst/>
          <a:ahLst/>
          <a:cxnLst/>
          <a:rect l="0" t="0" r="0" b="0"/>
          <a:pathLst>
            <a:path>
              <a:moveTo>
                <a:pt x="1249923" y="0"/>
              </a:moveTo>
              <a:lnTo>
                <a:pt x="1249923" y="1256217"/>
              </a:lnTo>
              <a:lnTo>
                <a:pt x="0" y="1256217"/>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A9FE09-59E2-8447-9BB3-26490B2BC205}">
      <dsp:nvSpPr>
        <dsp:cNvPr id="0" name=""/>
        <dsp:cNvSpPr/>
      </dsp:nvSpPr>
      <dsp:spPr>
        <a:xfrm>
          <a:off x="5216076" y="820825"/>
          <a:ext cx="751089" cy="861247"/>
        </a:xfrm>
        <a:custGeom>
          <a:avLst/>
          <a:gdLst/>
          <a:ahLst/>
          <a:cxnLst/>
          <a:rect l="0" t="0" r="0" b="0"/>
          <a:pathLst>
            <a:path>
              <a:moveTo>
                <a:pt x="0" y="0"/>
              </a:moveTo>
              <a:lnTo>
                <a:pt x="0" y="861247"/>
              </a:lnTo>
              <a:lnTo>
                <a:pt x="751089" y="861247"/>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907B83-C836-8A4A-A48A-9DD49D80F162}">
      <dsp:nvSpPr>
        <dsp:cNvPr id="0" name=""/>
        <dsp:cNvSpPr/>
      </dsp:nvSpPr>
      <dsp:spPr>
        <a:xfrm>
          <a:off x="5117749" y="820825"/>
          <a:ext cx="91440" cy="510275"/>
        </a:xfrm>
        <a:custGeom>
          <a:avLst/>
          <a:gdLst/>
          <a:ahLst/>
          <a:cxnLst/>
          <a:rect l="0" t="0" r="0" b="0"/>
          <a:pathLst>
            <a:path>
              <a:moveTo>
                <a:pt x="98326" y="0"/>
              </a:moveTo>
              <a:lnTo>
                <a:pt x="98326" y="510275"/>
              </a:lnTo>
              <a:lnTo>
                <a:pt x="45720" y="510275"/>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76B4FBA-E251-D947-9196-677CB66EB414}">
      <dsp:nvSpPr>
        <dsp:cNvPr id="0" name=""/>
        <dsp:cNvSpPr/>
      </dsp:nvSpPr>
      <dsp:spPr>
        <a:xfrm>
          <a:off x="9904031" y="3745606"/>
          <a:ext cx="403110" cy="682949"/>
        </a:xfrm>
        <a:custGeom>
          <a:avLst/>
          <a:gdLst/>
          <a:ahLst/>
          <a:cxnLst/>
          <a:rect l="0" t="0" r="0" b="0"/>
          <a:pathLst>
            <a:path>
              <a:moveTo>
                <a:pt x="403110" y="0"/>
              </a:moveTo>
              <a:lnTo>
                <a:pt x="403110" y="500355"/>
              </a:lnTo>
              <a:lnTo>
                <a:pt x="0" y="500355"/>
              </a:lnTo>
              <a:lnTo>
                <a:pt x="0" y="682949"/>
              </a:lnTo>
            </a:path>
          </a:pathLst>
        </a:custGeom>
        <a:noFill/>
        <a:ln w="19050">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F8652F-802E-2743-9975-E8FEF37F49E1}">
      <dsp:nvSpPr>
        <dsp:cNvPr id="0" name=""/>
        <dsp:cNvSpPr/>
      </dsp:nvSpPr>
      <dsp:spPr>
        <a:xfrm>
          <a:off x="5216076" y="820825"/>
          <a:ext cx="5091065" cy="2317321"/>
        </a:xfrm>
        <a:custGeom>
          <a:avLst/>
          <a:gdLst/>
          <a:ahLst/>
          <a:cxnLst/>
          <a:rect l="0" t="0" r="0" b="0"/>
          <a:pathLst>
            <a:path>
              <a:moveTo>
                <a:pt x="0" y="0"/>
              </a:moveTo>
              <a:lnTo>
                <a:pt x="0" y="2134727"/>
              </a:lnTo>
              <a:lnTo>
                <a:pt x="5091065" y="2134727"/>
              </a:lnTo>
              <a:lnTo>
                <a:pt x="5091065" y="2317321"/>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5280A67-76C9-CF48-94E4-DB7ACBEC6EA2}">
      <dsp:nvSpPr>
        <dsp:cNvPr id="0" name=""/>
        <dsp:cNvSpPr/>
      </dsp:nvSpPr>
      <dsp:spPr>
        <a:xfrm>
          <a:off x="6958441" y="3746083"/>
          <a:ext cx="783988" cy="577090"/>
        </a:xfrm>
        <a:custGeom>
          <a:avLst/>
          <a:gdLst/>
          <a:ahLst/>
          <a:cxnLst/>
          <a:rect l="0" t="0" r="0" b="0"/>
          <a:pathLst>
            <a:path>
              <a:moveTo>
                <a:pt x="783988" y="0"/>
              </a:moveTo>
              <a:lnTo>
                <a:pt x="783988" y="394496"/>
              </a:lnTo>
              <a:lnTo>
                <a:pt x="0" y="394496"/>
              </a:lnTo>
              <a:lnTo>
                <a:pt x="0" y="577090"/>
              </a:lnTo>
            </a:path>
          </a:pathLst>
        </a:custGeom>
        <a:noFill/>
        <a:ln w="19050">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B20C4E-C168-2C47-9EA3-0173AB662BA8}">
      <dsp:nvSpPr>
        <dsp:cNvPr id="0" name=""/>
        <dsp:cNvSpPr/>
      </dsp:nvSpPr>
      <dsp:spPr>
        <a:xfrm>
          <a:off x="5216076" y="820825"/>
          <a:ext cx="2526353" cy="2346682"/>
        </a:xfrm>
        <a:custGeom>
          <a:avLst/>
          <a:gdLst/>
          <a:ahLst/>
          <a:cxnLst/>
          <a:rect l="0" t="0" r="0" b="0"/>
          <a:pathLst>
            <a:path>
              <a:moveTo>
                <a:pt x="0" y="0"/>
              </a:moveTo>
              <a:lnTo>
                <a:pt x="0" y="2164088"/>
              </a:lnTo>
              <a:lnTo>
                <a:pt x="2526353" y="2164088"/>
              </a:lnTo>
              <a:lnTo>
                <a:pt x="2526353" y="2346682"/>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24D4CA-5849-7A42-B171-053CB2E6C84A}">
      <dsp:nvSpPr>
        <dsp:cNvPr id="0" name=""/>
        <dsp:cNvSpPr/>
      </dsp:nvSpPr>
      <dsp:spPr>
        <a:xfrm>
          <a:off x="4161893" y="3935201"/>
          <a:ext cx="108088" cy="943820"/>
        </a:xfrm>
        <a:custGeom>
          <a:avLst/>
          <a:gdLst/>
          <a:ahLst/>
          <a:cxnLst/>
          <a:rect l="0" t="0" r="0" b="0"/>
          <a:pathLst>
            <a:path>
              <a:moveTo>
                <a:pt x="0" y="0"/>
              </a:moveTo>
              <a:lnTo>
                <a:pt x="0" y="761226"/>
              </a:lnTo>
              <a:lnTo>
                <a:pt x="108088" y="761226"/>
              </a:lnTo>
              <a:lnTo>
                <a:pt x="108088" y="943820"/>
              </a:lnTo>
            </a:path>
          </a:pathLst>
        </a:custGeom>
        <a:noFill/>
        <a:ln w="19050">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D17EA7-FC3B-624D-A479-8D812CE0EC57}">
      <dsp:nvSpPr>
        <dsp:cNvPr id="0" name=""/>
        <dsp:cNvSpPr/>
      </dsp:nvSpPr>
      <dsp:spPr>
        <a:xfrm>
          <a:off x="1743214" y="3935201"/>
          <a:ext cx="2418679" cy="909897"/>
        </a:xfrm>
        <a:custGeom>
          <a:avLst/>
          <a:gdLst/>
          <a:ahLst/>
          <a:cxnLst/>
          <a:rect l="0" t="0" r="0" b="0"/>
          <a:pathLst>
            <a:path>
              <a:moveTo>
                <a:pt x="2418679" y="0"/>
              </a:moveTo>
              <a:lnTo>
                <a:pt x="2418679" y="727303"/>
              </a:lnTo>
              <a:lnTo>
                <a:pt x="0" y="727303"/>
              </a:lnTo>
              <a:lnTo>
                <a:pt x="0" y="909897"/>
              </a:lnTo>
            </a:path>
          </a:pathLst>
        </a:custGeom>
        <a:noFill/>
        <a:ln w="19050">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F912CB-B871-E943-A009-6BFB7C08D2A1}">
      <dsp:nvSpPr>
        <dsp:cNvPr id="0" name=""/>
        <dsp:cNvSpPr/>
      </dsp:nvSpPr>
      <dsp:spPr>
        <a:xfrm>
          <a:off x="4161893" y="820825"/>
          <a:ext cx="1054182" cy="2331829"/>
        </a:xfrm>
        <a:custGeom>
          <a:avLst/>
          <a:gdLst/>
          <a:ahLst/>
          <a:cxnLst/>
          <a:rect l="0" t="0" r="0" b="0"/>
          <a:pathLst>
            <a:path>
              <a:moveTo>
                <a:pt x="1054182" y="0"/>
              </a:moveTo>
              <a:lnTo>
                <a:pt x="1054182" y="2149235"/>
              </a:lnTo>
              <a:lnTo>
                <a:pt x="0" y="2149235"/>
              </a:lnTo>
              <a:lnTo>
                <a:pt x="0" y="2331829"/>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A0C070-CE9F-F143-9F23-55DB1DEAABE5}">
      <dsp:nvSpPr>
        <dsp:cNvPr id="0" name=""/>
        <dsp:cNvSpPr/>
      </dsp:nvSpPr>
      <dsp:spPr>
        <a:xfrm>
          <a:off x="1472618" y="820825"/>
          <a:ext cx="3743458" cy="2304816"/>
        </a:xfrm>
        <a:custGeom>
          <a:avLst/>
          <a:gdLst/>
          <a:ahLst/>
          <a:cxnLst/>
          <a:rect l="0" t="0" r="0" b="0"/>
          <a:pathLst>
            <a:path>
              <a:moveTo>
                <a:pt x="3743458" y="0"/>
              </a:moveTo>
              <a:lnTo>
                <a:pt x="3743458" y="2122222"/>
              </a:lnTo>
              <a:lnTo>
                <a:pt x="0" y="2122222"/>
              </a:lnTo>
              <a:lnTo>
                <a:pt x="0" y="2304816"/>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9314137-E4F2-3D4C-8A65-24670A808680}">
      <dsp:nvSpPr>
        <dsp:cNvPr id="0" name=""/>
        <dsp:cNvSpPr/>
      </dsp:nvSpPr>
      <dsp:spPr>
        <a:xfrm>
          <a:off x="3749424" y="206691"/>
          <a:ext cx="2933302" cy="614134"/>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0426" numCol="1" spcCol="1270" anchor="ctr" anchorCtr="0">
          <a:noAutofit/>
        </a:bodyPr>
        <a:lstStyle/>
        <a:p>
          <a:pPr marL="0" lvl="0" indent="0" algn="ctr" defTabSz="800100" rtl="0">
            <a:lnSpc>
              <a:spcPct val="90000"/>
            </a:lnSpc>
            <a:spcBef>
              <a:spcPct val="0"/>
            </a:spcBef>
            <a:spcAft>
              <a:spcPct val="35000"/>
            </a:spcAft>
            <a:buNone/>
          </a:pPr>
          <a:r>
            <a:rPr lang="en-US" sz="1800" kern="1200" dirty="0"/>
            <a:t>Clinical question</a:t>
          </a:r>
        </a:p>
      </dsp:txBody>
      <dsp:txXfrm>
        <a:off x="3749424" y="206691"/>
        <a:ext cx="2933302" cy="614134"/>
      </dsp:txXfrm>
    </dsp:sp>
    <dsp:sp modelId="{1347DC7D-4AF4-5E43-8315-7481D9455804}">
      <dsp:nvSpPr>
        <dsp:cNvPr id="0" name=""/>
        <dsp:cNvSpPr/>
      </dsp:nvSpPr>
      <dsp:spPr>
        <a:xfrm>
          <a:off x="5522713" y="645324"/>
          <a:ext cx="2905634" cy="363813"/>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11430" rIns="45720" bIns="11430" numCol="1" spcCol="1270" anchor="ctr" anchorCtr="0">
          <a:noAutofit/>
        </a:bodyPr>
        <a:lstStyle/>
        <a:p>
          <a:pPr marL="0" lvl="0" indent="0" algn="ctr" defTabSz="800100">
            <a:lnSpc>
              <a:spcPct val="90000"/>
            </a:lnSpc>
            <a:spcBef>
              <a:spcPct val="0"/>
            </a:spcBef>
            <a:spcAft>
              <a:spcPct val="35000"/>
            </a:spcAft>
            <a:buNone/>
          </a:pPr>
          <a:r>
            <a:rPr lang="en-US" sz="1800" b="0" kern="1200" dirty="0">
              <a:solidFill>
                <a:schemeClr val="tx1"/>
              </a:solidFill>
              <a:latin typeface="Bitstream Charter"/>
              <a:ea typeface="Bitstream Charter"/>
              <a:cs typeface="Bitstream Charter"/>
            </a:rPr>
            <a:t>Can we detect early risk?</a:t>
          </a:r>
          <a:endParaRPr lang="en-US" sz="1800" kern="1200" dirty="0">
            <a:solidFill>
              <a:schemeClr val="tx1"/>
            </a:solidFill>
          </a:endParaRPr>
        </a:p>
      </dsp:txBody>
      <dsp:txXfrm>
        <a:off x="5522713" y="645324"/>
        <a:ext cx="2905634" cy="363813"/>
      </dsp:txXfrm>
    </dsp:sp>
    <dsp:sp modelId="{E2CE50B5-94E2-DD41-AA39-D5C0E280B949}">
      <dsp:nvSpPr>
        <dsp:cNvPr id="0" name=""/>
        <dsp:cNvSpPr/>
      </dsp:nvSpPr>
      <dsp:spPr>
        <a:xfrm>
          <a:off x="449228" y="3125641"/>
          <a:ext cx="2046779" cy="628016"/>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10426" numCol="1" spcCol="1270" anchor="ctr" anchorCtr="0">
          <a:noAutofit/>
        </a:bodyPr>
        <a:lstStyle/>
        <a:p>
          <a:pPr marL="0" lvl="0" indent="0" algn="ctr" defTabSz="889000" rtl="0">
            <a:lnSpc>
              <a:spcPct val="90000"/>
            </a:lnSpc>
            <a:spcBef>
              <a:spcPct val="0"/>
            </a:spcBef>
            <a:spcAft>
              <a:spcPct val="35000"/>
            </a:spcAft>
            <a:buNone/>
          </a:pPr>
          <a:r>
            <a:rPr lang="en-US" sz="2000" kern="1200" dirty="0"/>
            <a:t>3D CNN models</a:t>
          </a:r>
        </a:p>
      </dsp:txBody>
      <dsp:txXfrm>
        <a:off x="449228" y="3125641"/>
        <a:ext cx="2046779" cy="628016"/>
      </dsp:txXfrm>
    </dsp:sp>
    <dsp:sp modelId="{911E9C21-5923-2B4D-8218-898A5DEDCEB7}">
      <dsp:nvSpPr>
        <dsp:cNvPr id="0" name=""/>
        <dsp:cNvSpPr/>
      </dsp:nvSpPr>
      <dsp:spPr>
        <a:xfrm>
          <a:off x="451854" y="3605385"/>
          <a:ext cx="1160983" cy="448036"/>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8890" rIns="35560" bIns="8890" numCol="1" spcCol="1270" anchor="ctr" anchorCtr="0">
          <a:noAutofit/>
        </a:bodyPr>
        <a:lstStyle/>
        <a:p>
          <a:pPr marL="0" lvl="0" indent="0" algn="ctr" defTabSz="622300" rtl="0">
            <a:lnSpc>
              <a:spcPct val="90000"/>
            </a:lnSpc>
            <a:spcBef>
              <a:spcPct val="0"/>
            </a:spcBef>
            <a:spcAft>
              <a:spcPct val="35000"/>
            </a:spcAft>
            <a:buNone/>
          </a:pPr>
          <a:r>
            <a:rPr lang="en-US" sz="1400" kern="1200" dirty="0"/>
            <a:t>3-way classification</a:t>
          </a:r>
        </a:p>
      </dsp:txBody>
      <dsp:txXfrm>
        <a:off x="451854" y="3605385"/>
        <a:ext cx="1160983" cy="448036"/>
      </dsp:txXfrm>
    </dsp:sp>
    <dsp:sp modelId="{50FB79E2-175C-6043-99BE-88503D4EA79F}">
      <dsp:nvSpPr>
        <dsp:cNvPr id="0" name=""/>
        <dsp:cNvSpPr/>
      </dsp:nvSpPr>
      <dsp:spPr>
        <a:xfrm>
          <a:off x="3406183" y="3152655"/>
          <a:ext cx="1511419" cy="782546"/>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10426" numCol="1" spcCol="1270" anchor="ctr" anchorCtr="0">
          <a:noAutofit/>
        </a:bodyPr>
        <a:lstStyle/>
        <a:p>
          <a:pPr marL="0" lvl="0" indent="0" algn="ctr" defTabSz="889000" rtl="0">
            <a:lnSpc>
              <a:spcPct val="90000"/>
            </a:lnSpc>
            <a:spcBef>
              <a:spcPct val="0"/>
            </a:spcBef>
            <a:spcAft>
              <a:spcPct val="35000"/>
            </a:spcAft>
            <a:buNone/>
          </a:pPr>
          <a:r>
            <a:rPr lang="en-US" sz="2000" kern="1200" dirty="0"/>
            <a:t>Cycle-aware</a:t>
          </a:r>
        </a:p>
      </dsp:txBody>
      <dsp:txXfrm>
        <a:off x="3406183" y="3152655"/>
        <a:ext cx="1511419" cy="782546"/>
      </dsp:txXfrm>
    </dsp:sp>
    <dsp:sp modelId="{2B3177EE-12EC-CC4B-86F9-8F6C811CB028}">
      <dsp:nvSpPr>
        <dsp:cNvPr id="0" name=""/>
        <dsp:cNvSpPr/>
      </dsp:nvSpPr>
      <dsp:spPr>
        <a:xfrm>
          <a:off x="3152747" y="3712624"/>
          <a:ext cx="1360277" cy="407437"/>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10160" rIns="40640" bIns="10160" numCol="1" spcCol="1270" anchor="ctr" anchorCtr="0">
          <a:noAutofit/>
        </a:bodyPr>
        <a:lstStyle/>
        <a:p>
          <a:pPr marL="0" lvl="0" indent="0" algn="r" defTabSz="711200" rtl="0">
            <a:lnSpc>
              <a:spcPct val="90000"/>
            </a:lnSpc>
            <a:spcBef>
              <a:spcPct val="0"/>
            </a:spcBef>
            <a:spcAft>
              <a:spcPct val="35000"/>
            </a:spcAft>
            <a:buNone/>
          </a:pPr>
          <a:r>
            <a:rPr lang="en-US" sz="1600" kern="1200" dirty="0"/>
            <a:t>ES-ED  frames</a:t>
          </a:r>
        </a:p>
      </dsp:txBody>
      <dsp:txXfrm>
        <a:off x="3152747" y="3712624"/>
        <a:ext cx="1360277" cy="407437"/>
      </dsp:txXfrm>
    </dsp:sp>
    <dsp:sp modelId="{21E448FA-906D-E64F-AF79-992DF2B63002}">
      <dsp:nvSpPr>
        <dsp:cNvPr id="0" name=""/>
        <dsp:cNvSpPr/>
      </dsp:nvSpPr>
      <dsp:spPr>
        <a:xfrm>
          <a:off x="975881" y="4845098"/>
          <a:ext cx="1534665" cy="672856"/>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10426" numCol="1" spcCol="1270" anchor="ctr" anchorCtr="0">
          <a:noAutofit/>
        </a:bodyPr>
        <a:lstStyle/>
        <a:p>
          <a:pPr marL="0" lvl="0" indent="0" algn="ctr" defTabSz="889000" rtl="0">
            <a:lnSpc>
              <a:spcPct val="90000"/>
            </a:lnSpc>
            <a:spcBef>
              <a:spcPct val="0"/>
            </a:spcBef>
            <a:spcAft>
              <a:spcPct val="35000"/>
            </a:spcAft>
            <a:buNone/>
          </a:pPr>
          <a:r>
            <a:rPr lang="en-US" sz="2000" kern="1200" dirty="0"/>
            <a:t>proxy estimation</a:t>
          </a:r>
        </a:p>
      </dsp:txBody>
      <dsp:txXfrm>
        <a:off x="975881" y="4845098"/>
        <a:ext cx="1534665" cy="672856"/>
      </dsp:txXfrm>
    </dsp:sp>
    <dsp:sp modelId="{DE06B1E3-E09B-3B4A-B48C-5FE8545986C3}">
      <dsp:nvSpPr>
        <dsp:cNvPr id="0" name=""/>
        <dsp:cNvSpPr/>
      </dsp:nvSpPr>
      <dsp:spPr>
        <a:xfrm>
          <a:off x="1426585" y="5384035"/>
          <a:ext cx="1360277" cy="260848"/>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rtl="0">
            <a:lnSpc>
              <a:spcPct val="90000"/>
            </a:lnSpc>
            <a:spcBef>
              <a:spcPct val="0"/>
            </a:spcBef>
            <a:spcAft>
              <a:spcPct val="35000"/>
            </a:spcAft>
            <a:buNone/>
          </a:pPr>
          <a:endParaRPr lang="en-US" sz="1700" kern="1200"/>
        </a:p>
      </dsp:txBody>
      <dsp:txXfrm>
        <a:off x="1426585" y="5384035"/>
        <a:ext cx="1360277" cy="260848"/>
      </dsp:txXfrm>
    </dsp:sp>
    <dsp:sp modelId="{791775AD-B8E9-2644-8CE1-BF192A880689}">
      <dsp:nvSpPr>
        <dsp:cNvPr id="0" name=""/>
        <dsp:cNvSpPr/>
      </dsp:nvSpPr>
      <dsp:spPr>
        <a:xfrm>
          <a:off x="3084205" y="4879022"/>
          <a:ext cx="2371553" cy="782546"/>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10426" numCol="1" spcCol="1270" anchor="ctr" anchorCtr="0">
          <a:noAutofit/>
        </a:bodyPr>
        <a:lstStyle/>
        <a:p>
          <a:pPr marL="0" lvl="0" indent="0" algn="ctr" defTabSz="889000">
            <a:lnSpc>
              <a:spcPct val="90000"/>
            </a:lnSpc>
            <a:spcBef>
              <a:spcPct val="0"/>
            </a:spcBef>
            <a:spcAft>
              <a:spcPct val="35000"/>
            </a:spcAft>
            <a:buNone/>
          </a:pPr>
          <a:r>
            <a:rPr lang="en-US" sz="2000" kern="1200" dirty="0"/>
            <a:t>Continuous Phase Prediction</a:t>
          </a:r>
        </a:p>
      </dsp:txBody>
      <dsp:txXfrm>
        <a:off x="3084205" y="4879022"/>
        <a:ext cx="2371553" cy="782546"/>
      </dsp:txXfrm>
    </dsp:sp>
    <dsp:sp modelId="{3D418AF1-C1B3-C24C-A7F4-8950EB54E840}">
      <dsp:nvSpPr>
        <dsp:cNvPr id="0" name=""/>
        <dsp:cNvSpPr/>
      </dsp:nvSpPr>
      <dsp:spPr>
        <a:xfrm>
          <a:off x="4281753" y="5526287"/>
          <a:ext cx="1360277" cy="260848"/>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rtl="0">
            <a:lnSpc>
              <a:spcPct val="90000"/>
            </a:lnSpc>
            <a:spcBef>
              <a:spcPct val="0"/>
            </a:spcBef>
            <a:spcAft>
              <a:spcPct val="35000"/>
            </a:spcAft>
            <a:buNone/>
          </a:pPr>
          <a:endParaRPr lang="en-US" sz="1700" kern="1200"/>
        </a:p>
      </dsp:txBody>
      <dsp:txXfrm>
        <a:off x="4281753" y="5526287"/>
        <a:ext cx="1360277" cy="260848"/>
      </dsp:txXfrm>
    </dsp:sp>
    <dsp:sp modelId="{CBFCE435-C6AE-E449-A5CF-C8CEAA2FC28B}">
      <dsp:nvSpPr>
        <dsp:cNvPr id="0" name=""/>
        <dsp:cNvSpPr/>
      </dsp:nvSpPr>
      <dsp:spPr>
        <a:xfrm>
          <a:off x="6579627" y="3167508"/>
          <a:ext cx="2325606" cy="578575"/>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10426" numCol="1" spcCol="1270" anchor="ctr" anchorCtr="0">
          <a:noAutofit/>
        </a:bodyPr>
        <a:lstStyle/>
        <a:p>
          <a:pPr marL="0" lvl="0" indent="0" algn="ctr" defTabSz="889000" rtl="0">
            <a:lnSpc>
              <a:spcPct val="90000"/>
            </a:lnSpc>
            <a:spcBef>
              <a:spcPct val="0"/>
            </a:spcBef>
            <a:spcAft>
              <a:spcPct val="35000"/>
            </a:spcAft>
            <a:buNone/>
          </a:pPr>
          <a:r>
            <a:rPr lang="en-US" sz="2000" kern="1200" dirty="0"/>
            <a:t>Foundation models</a:t>
          </a:r>
        </a:p>
      </dsp:txBody>
      <dsp:txXfrm>
        <a:off x="6579627" y="3167508"/>
        <a:ext cx="2325606" cy="578575"/>
      </dsp:txXfrm>
    </dsp:sp>
    <dsp:sp modelId="{7374A6AC-0145-1441-BF44-4EE8C93D39BE}">
      <dsp:nvSpPr>
        <dsp:cNvPr id="0" name=""/>
        <dsp:cNvSpPr/>
      </dsp:nvSpPr>
      <dsp:spPr>
        <a:xfrm>
          <a:off x="7511384" y="3629958"/>
          <a:ext cx="1360277" cy="260848"/>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rtl="0">
            <a:lnSpc>
              <a:spcPct val="90000"/>
            </a:lnSpc>
            <a:spcBef>
              <a:spcPct val="0"/>
            </a:spcBef>
            <a:spcAft>
              <a:spcPct val="35000"/>
            </a:spcAft>
            <a:buNone/>
          </a:pPr>
          <a:r>
            <a:rPr lang="en-US" sz="1200" kern="1200" dirty="0"/>
            <a:t>Transformer-based</a:t>
          </a:r>
        </a:p>
      </dsp:txBody>
      <dsp:txXfrm>
        <a:off x="7511384" y="3629958"/>
        <a:ext cx="1360277" cy="260848"/>
      </dsp:txXfrm>
    </dsp:sp>
    <dsp:sp modelId="{FA51453F-E189-DE47-9453-7928C923030B}">
      <dsp:nvSpPr>
        <dsp:cNvPr id="0" name=""/>
        <dsp:cNvSpPr/>
      </dsp:nvSpPr>
      <dsp:spPr>
        <a:xfrm>
          <a:off x="6202731" y="4323174"/>
          <a:ext cx="1511419" cy="782546"/>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10426" numCol="1" spcCol="1270" anchor="ctr" anchorCtr="0">
          <a:noAutofit/>
        </a:bodyPr>
        <a:lstStyle/>
        <a:p>
          <a:pPr marL="0" lvl="0" indent="0" algn="ctr" defTabSz="889000" rtl="0">
            <a:lnSpc>
              <a:spcPct val="90000"/>
            </a:lnSpc>
            <a:spcBef>
              <a:spcPct val="0"/>
            </a:spcBef>
            <a:spcAft>
              <a:spcPct val="35000"/>
            </a:spcAft>
            <a:buNone/>
          </a:pPr>
          <a:r>
            <a:rPr lang="en-US" sz="2000" kern="1200" dirty="0"/>
            <a:t>Positional or Temporal</a:t>
          </a:r>
        </a:p>
      </dsp:txBody>
      <dsp:txXfrm>
        <a:off x="6202731" y="4323174"/>
        <a:ext cx="1511419" cy="782546"/>
      </dsp:txXfrm>
    </dsp:sp>
    <dsp:sp modelId="{C1CDE55D-F587-0F46-9C73-49C899CC1605}">
      <dsp:nvSpPr>
        <dsp:cNvPr id="0" name=""/>
        <dsp:cNvSpPr/>
      </dsp:nvSpPr>
      <dsp:spPr>
        <a:xfrm>
          <a:off x="6511640" y="4984132"/>
          <a:ext cx="1360277" cy="260848"/>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rtl="0">
            <a:lnSpc>
              <a:spcPct val="90000"/>
            </a:lnSpc>
            <a:spcBef>
              <a:spcPct val="0"/>
            </a:spcBef>
            <a:spcAft>
              <a:spcPct val="35000"/>
            </a:spcAft>
            <a:buNone/>
          </a:pPr>
          <a:r>
            <a:rPr lang="en-US" sz="1700" kern="1200" dirty="0"/>
            <a:t>TimeSformer</a:t>
          </a:r>
        </a:p>
      </dsp:txBody>
      <dsp:txXfrm>
        <a:off x="6511640" y="4984132"/>
        <a:ext cx="1360277" cy="260848"/>
      </dsp:txXfrm>
    </dsp:sp>
    <dsp:sp modelId="{4DB775DB-C27C-244A-A787-82A758F795FF}">
      <dsp:nvSpPr>
        <dsp:cNvPr id="0" name=""/>
        <dsp:cNvSpPr/>
      </dsp:nvSpPr>
      <dsp:spPr>
        <a:xfrm>
          <a:off x="9317003" y="3138146"/>
          <a:ext cx="1980277" cy="607459"/>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10426" numCol="1" spcCol="1270" anchor="ctr" anchorCtr="0">
          <a:noAutofit/>
        </a:bodyPr>
        <a:lstStyle/>
        <a:p>
          <a:pPr marL="0" lvl="0" indent="0" algn="ctr" defTabSz="889000" rtl="0">
            <a:lnSpc>
              <a:spcPct val="90000"/>
            </a:lnSpc>
            <a:spcBef>
              <a:spcPct val="0"/>
            </a:spcBef>
            <a:spcAft>
              <a:spcPct val="35000"/>
            </a:spcAft>
            <a:buNone/>
          </a:pPr>
          <a:r>
            <a:rPr lang="en-US" sz="2000" kern="1200" dirty="0"/>
            <a:t>Domain Gap</a:t>
          </a:r>
        </a:p>
      </dsp:txBody>
      <dsp:txXfrm>
        <a:off x="9317003" y="3138146"/>
        <a:ext cx="1980277" cy="607459"/>
      </dsp:txXfrm>
    </dsp:sp>
    <dsp:sp modelId="{17460135-3B8C-4D41-A599-31A5BE1C7AED}">
      <dsp:nvSpPr>
        <dsp:cNvPr id="0" name=""/>
        <dsp:cNvSpPr/>
      </dsp:nvSpPr>
      <dsp:spPr>
        <a:xfrm>
          <a:off x="9957154" y="3625809"/>
          <a:ext cx="1360277" cy="260848"/>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8890" rIns="35560" bIns="8890" numCol="1" spcCol="1270" anchor="ctr" anchorCtr="0">
          <a:noAutofit/>
        </a:bodyPr>
        <a:lstStyle/>
        <a:p>
          <a:pPr marL="0" lvl="0" indent="0" algn="r" defTabSz="622300" rtl="0">
            <a:lnSpc>
              <a:spcPct val="90000"/>
            </a:lnSpc>
            <a:spcBef>
              <a:spcPct val="0"/>
            </a:spcBef>
            <a:spcAft>
              <a:spcPct val="35000"/>
            </a:spcAft>
            <a:buNone/>
          </a:pPr>
          <a:r>
            <a:rPr lang="en-US" sz="1400" kern="1200" dirty="0"/>
            <a:t>Distribution shift</a:t>
          </a:r>
        </a:p>
      </dsp:txBody>
      <dsp:txXfrm>
        <a:off x="9957154" y="3625809"/>
        <a:ext cx="1360277" cy="260848"/>
      </dsp:txXfrm>
    </dsp:sp>
    <dsp:sp modelId="{52BF8A39-E268-F642-9DAD-91171E75B20F}">
      <dsp:nvSpPr>
        <dsp:cNvPr id="0" name=""/>
        <dsp:cNvSpPr/>
      </dsp:nvSpPr>
      <dsp:spPr>
        <a:xfrm>
          <a:off x="8873356" y="4428555"/>
          <a:ext cx="2061349" cy="446254"/>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10426" numCol="1" spcCol="1270" anchor="ctr" anchorCtr="0">
          <a:noAutofit/>
        </a:bodyPr>
        <a:lstStyle/>
        <a:p>
          <a:pPr marL="0" lvl="0" indent="0" algn="ctr" defTabSz="889000" rtl="0">
            <a:lnSpc>
              <a:spcPct val="90000"/>
            </a:lnSpc>
            <a:spcBef>
              <a:spcPct val="0"/>
            </a:spcBef>
            <a:spcAft>
              <a:spcPct val="35000"/>
            </a:spcAft>
            <a:buNone/>
          </a:pPr>
          <a:r>
            <a:rPr lang="en-US" sz="2000" kern="1200" dirty="0"/>
            <a:t>Z-Normalization</a:t>
          </a:r>
        </a:p>
      </dsp:txBody>
      <dsp:txXfrm>
        <a:off x="8873356" y="4428555"/>
        <a:ext cx="2061349" cy="446254"/>
      </dsp:txXfrm>
    </dsp:sp>
    <dsp:sp modelId="{0891553F-8B87-9B4D-9C84-8C5C2C4443F4}">
      <dsp:nvSpPr>
        <dsp:cNvPr id="0" name=""/>
        <dsp:cNvSpPr/>
      </dsp:nvSpPr>
      <dsp:spPr>
        <a:xfrm>
          <a:off x="9987392" y="4726902"/>
          <a:ext cx="942114" cy="323488"/>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10160" rIns="40640" bIns="10160" numCol="1" spcCol="1270" anchor="ctr" anchorCtr="0">
          <a:noAutofit/>
        </a:bodyPr>
        <a:lstStyle/>
        <a:p>
          <a:pPr marL="0" lvl="0" indent="0" algn="r" defTabSz="711200" rtl="0">
            <a:lnSpc>
              <a:spcPct val="90000"/>
            </a:lnSpc>
            <a:spcBef>
              <a:spcPct val="0"/>
            </a:spcBef>
            <a:spcAft>
              <a:spcPct val="35000"/>
            </a:spcAft>
            <a:buNone/>
          </a:pPr>
          <a:r>
            <a:rPr lang="en-US" sz="1600" kern="1200" dirty="0"/>
            <a:t>Per-video</a:t>
          </a:r>
        </a:p>
      </dsp:txBody>
      <dsp:txXfrm>
        <a:off x="9987392" y="4726902"/>
        <a:ext cx="942114" cy="323488"/>
      </dsp:txXfrm>
    </dsp:sp>
    <dsp:sp modelId="{D4669CB2-A470-0E47-BFA1-34C9F15B8A10}">
      <dsp:nvSpPr>
        <dsp:cNvPr id="0" name=""/>
        <dsp:cNvSpPr/>
      </dsp:nvSpPr>
      <dsp:spPr>
        <a:xfrm>
          <a:off x="3359076" y="1036633"/>
          <a:ext cx="1804393" cy="588936"/>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0426" numCol="1" spcCol="1270" anchor="ctr" anchorCtr="0">
          <a:noAutofit/>
        </a:bodyPr>
        <a:lstStyle/>
        <a:p>
          <a:pPr marL="0" lvl="0" indent="0" algn="ctr" defTabSz="800100" rtl="0">
            <a:lnSpc>
              <a:spcPct val="90000"/>
            </a:lnSpc>
            <a:spcBef>
              <a:spcPct val="0"/>
            </a:spcBef>
            <a:spcAft>
              <a:spcPct val="35000"/>
            </a:spcAft>
            <a:buNone/>
          </a:pPr>
          <a:r>
            <a:rPr lang="en-US" sz="1800" kern="1200" dirty="0"/>
            <a:t>Data Constraint</a:t>
          </a:r>
        </a:p>
      </dsp:txBody>
      <dsp:txXfrm>
        <a:off x="3359076" y="1036633"/>
        <a:ext cx="1804393" cy="588936"/>
      </dsp:txXfrm>
    </dsp:sp>
    <dsp:sp modelId="{9DEC4202-755A-2344-8796-6F2918EB0F12}">
      <dsp:nvSpPr>
        <dsp:cNvPr id="0" name=""/>
        <dsp:cNvSpPr/>
      </dsp:nvSpPr>
      <dsp:spPr>
        <a:xfrm>
          <a:off x="2833493" y="1401562"/>
          <a:ext cx="1688703" cy="311427"/>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11430" rIns="45720" bIns="11430" numCol="1" spcCol="1270" anchor="ctr" anchorCtr="0">
          <a:noAutofit/>
        </a:bodyPr>
        <a:lstStyle/>
        <a:p>
          <a:pPr marL="0" lvl="0" indent="0" algn="l" defTabSz="800100" rtl="0">
            <a:lnSpc>
              <a:spcPct val="90000"/>
            </a:lnSpc>
            <a:spcBef>
              <a:spcPct val="0"/>
            </a:spcBef>
            <a:spcAft>
              <a:spcPct val="35000"/>
            </a:spcAft>
            <a:buNone/>
          </a:pPr>
          <a:r>
            <a:rPr lang="en-US" sz="1800" kern="1200" dirty="0"/>
            <a:t>Only 200 HFpEF</a:t>
          </a:r>
        </a:p>
      </dsp:txBody>
      <dsp:txXfrm>
        <a:off x="2833493" y="1401562"/>
        <a:ext cx="1688703" cy="311427"/>
      </dsp:txXfrm>
    </dsp:sp>
    <dsp:sp modelId="{899F5B13-6EDA-6C40-B4A1-B92EBA9853F6}">
      <dsp:nvSpPr>
        <dsp:cNvPr id="0" name=""/>
        <dsp:cNvSpPr/>
      </dsp:nvSpPr>
      <dsp:spPr>
        <a:xfrm>
          <a:off x="5967166" y="1398236"/>
          <a:ext cx="2548691" cy="567674"/>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0426" numCol="1" spcCol="1270" anchor="ctr" anchorCtr="0">
          <a:noAutofit/>
        </a:bodyPr>
        <a:lstStyle/>
        <a:p>
          <a:pPr marL="0" lvl="0" indent="0" algn="ctr" defTabSz="800100" rtl="0">
            <a:lnSpc>
              <a:spcPct val="90000"/>
            </a:lnSpc>
            <a:spcBef>
              <a:spcPct val="0"/>
            </a:spcBef>
            <a:spcAft>
              <a:spcPct val="35000"/>
            </a:spcAft>
            <a:buNone/>
          </a:pPr>
          <a:r>
            <a:rPr lang="en-US" sz="1800" kern="1200" dirty="0"/>
            <a:t> Combine public Data</a:t>
          </a:r>
        </a:p>
      </dsp:txBody>
      <dsp:txXfrm>
        <a:off x="5967166" y="1398236"/>
        <a:ext cx="2548691" cy="567674"/>
      </dsp:txXfrm>
    </dsp:sp>
    <dsp:sp modelId="{D307560B-580B-844A-AF85-49F62ACEE651}">
      <dsp:nvSpPr>
        <dsp:cNvPr id="0" name=""/>
        <dsp:cNvSpPr/>
      </dsp:nvSpPr>
      <dsp:spPr>
        <a:xfrm>
          <a:off x="7292691" y="1785753"/>
          <a:ext cx="1752500" cy="405724"/>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10160" rIns="40640" bIns="10160" numCol="1" spcCol="1270" anchor="ctr" anchorCtr="0">
          <a:noAutofit/>
        </a:bodyPr>
        <a:lstStyle/>
        <a:p>
          <a:pPr marL="0" lvl="0" indent="0" algn="r" defTabSz="711200" rtl="0">
            <a:lnSpc>
              <a:spcPct val="90000"/>
            </a:lnSpc>
            <a:spcBef>
              <a:spcPct val="0"/>
            </a:spcBef>
            <a:spcAft>
              <a:spcPct val="35000"/>
            </a:spcAft>
            <a:buNone/>
          </a:pPr>
          <a:r>
            <a:rPr lang="en-US" sz="1600" kern="1200" dirty="0" err="1"/>
            <a:t>HErEF</a:t>
          </a:r>
          <a:r>
            <a:rPr lang="en-US" sz="1600" kern="1200" dirty="0"/>
            <a:t> and Healthy</a:t>
          </a:r>
        </a:p>
      </dsp:txBody>
      <dsp:txXfrm>
        <a:off x="7292691" y="1785753"/>
        <a:ext cx="1752500" cy="405724"/>
      </dsp:txXfrm>
    </dsp:sp>
    <dsp:sp modelId="{79363692-3A80-844B-A62D-3356CA3B8D88}">
      <dsp:nvSpPr>
        <dsp:cNvPr id="0" name=""/>
        <dsp:cNvSpPr/>
      </dsp:nvSpPr>
      <dsp:spPr>
        <a:xfrm>
          <a:off x="1573243" y="1791543"/>
          <a:ext cx="2392909" cy="571000"/>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0426" numCol="1" spcCol="1270" anchor="ctr" anchorCtr="0">
          <a:noAutofit/>
        </a:bodyPr>
        <a:lstStyle/>
        <a:p>
          <a:pPr marL="0" lvl="0" indent="0" algn="ctr" defTabSz="800100" rtl="0">
            <a:lnSpc>
              <a:spcPct val="90000"/>
            </a:lnSpc>
            <a:spcBef>
              <a:spcPct val="0"/>
            </a:spcBef>
            <a:spcAft>
              <a:spcPct val="35000"/>
            </a:spcAft>
            <a:buNone/>
          </a:pPr>
          <a:r>
            <a:rPr lang="en-US" sz="1800" kern="1200" dirty="0"/>
            <a:t>New institutional Data</a:t>
          </a:r>
        </a:p>
      </dsp:txBody>
      <dsp:txXfrm>
        <a:off x="1573243" y="1791543"/>
        <a:ext cx="2392909" cy="571000"/>
      </dsp:txXfrm>
    </dsp:sp>
    <dsp:sp modelId="{54BD6DFF-D595-F041-A51A-5AF809A552C0}">
      <dsp:nvSpPr>
        <dsp:cNvPr id="0" name=""/>
        <dsp:cNvSpPr/>
      </dsp:nvSpPr>
      <dsp:spPr>
        <a:xfrm>
          <a:off x="981682" y="2284660"/>
          <a:ext cx="1783868" cy="249415"/>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9525" rIns="38100" bIns="9525" numCol="1" spcCol="1270" anchor="ctr" anchorCtr="0">
          <a:noAutofit/>
        </a:bodyPr>
        <a:lstStyle/>
        <a:p>
          <a:pPr marL="0" lvl="0" indent="0" algn="r" defTabSz="666750" rtl="0">
            <a:lnSpc>
              <a:spcPct val="90000"/>
            </a:lnSpc>
            <a:spcBef>
              <a:spcPct val="0"/>
            </a:spcBef>
            <a:spcAft>
              <a:spcPct val="35000"/>
            </a:spcAft>
            <a:buNone/>
          </a:pPr>
          <a:r>
            <a:rPr lang="en-US" sz="1500" kern="1200" dirty="0" err="1"/>
            <a:t>HErEF</a:t>
          </a:r>
          <a:r>
            <a:rPr lang="en-US" sz="1500" kern="1200" dirty="0"/>
            <a:t> and Healthy</a:t>
          </a:r>
        </a:p>
      </dsp:txBody>
      <dsp:txXfrm>
        <a:off x="981682" y="2284660"/>
        <a:ext cx="1783868" cy="24941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98BA5-1D6D-1645-8C36-4A9F8C4BCA1E}">
      <dsp:nvSpPr>
        <dsp:cNvPr id="0" name=""/>
        <dsp:cNvSpPr/>
      </dsp:nvSpPr>
      <dsp:spPr>
        <a:xfrm>
          <a:off x="3412715" y="620065"/>
          <a:ext cx="1143872" cy="1501205"/>
        </a:xfrm>
        <a:custGeom>
          <a:avLst/>
          <a:gdLst/>
          <a:ahLst/>
          <a:cxnLst/>
          <a:rect l="0" t="0" r="0" b="0"/>
          <a:pathLst>
            <a:path>
              <a:moveTo>
                <a:pt x="1143872" y="0"/>
              </a:moveTo>
              <a:lnTo>
                <a:pt x="1143872" y="1501205"/>
              </a:lnTo>
              <a:lnTo>
                <a:pt x="0" y="1501205"/>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A9FE09-59E2-8447-9BB3-26490B2BC205}">
      <dsp:nvSpPr>
        <dsp:cNvPr id="0" name=""/>
        <dsp:cNvSpPr/>
      </dsp:nvSpPr>
      <dsp:spPr>
        <a:xfrm>
          <a:off x="4556587" y="620065"/>
          <a:ext cx="502196" cy="1214782"/>
        </a:xfrm>
        <a:custGeom>
          <a:avLst/>
          <a:gdLst/>
          <a:ahLst/>
          <a:cxnLst/>
          <a:rect l="0" t="0" r="0" b="0"/>
          <a:pathLst>
            <a:path>
              <a:moveTo>
                <a:pt x="0" y="0"/>
              </a:moveTo>
              <a:lnTo>
                <a:pt x="0" y="1214782"/>
              </a:lnTo>
              <a:lnTo>
                <a:pt x="502196" y="1214782"/>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907B83-C836-8A4A-A48A-9DD49D80F162}">
      <dsp:nvSpPr>
        <dsp:cNvPr id="0" name=""/>
        <dsp:cNvSpPr/>
      </dsp:nvSpPr>
      <dsp:spPr>
        <a:xfrm>
          <a:off x="4241264" y="620065"/>
          <a:ext cx="315323" cy="469579"/>
        </a:xfrm>
        <a:custGeom>
          <a:avLst/>
          <a:gdLst/>
          <a:ahLst/>
          <a:cxnLst/>
          <a:rect l="0" t="0" r="0" b="0"/>
          <a:pathLst>
            <a:path>
              <a:moveTo>
                <a:pt x="315323" y="0"/>
              </a:moveTo>
              <a:lnTo>
                <a:pt x="315323" y="469579"/>
              </a:lnTo>
              <a:lnTo>
                <a:pt x="0" y="469579"/>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010D6C-E7D5-E146-9BDB-2E54C4B45FC9}">
      <dsp:nvSpPr>
        <dsp:cNvPr id="0" name=""/>
        <dsp:cNvSpPr/>
      </dsp:nvSpPr>
      <dsp:spPr>
        <a:xfrm>
          <a:off x="9146287" y="3390635"/>
          <a:ext cx="1388326" cy="865787"/>
        </a:xfrm>
        <a:custGeom>
          <a:avLst/>
          <a:gdLst/>
          <a:ahLst/>
          <a:cxnLst/>
          <a:rect l="0" t="0" r="0" b="0"/>
          <a:pathLst>
            <a:path>
              <a:moveTo>
                <a:pt x="0" y="0"/>
              </a:moveTo>
              <a:lnTo>
                <a:pt x="0" y="730700"/>
              </a:lnTo>
              <a:lnTo>
                <a:pt x="1388326" y="730700"/>
              </a:lnTo>
              <a:lnTo>
                <a:pt x="1388326" y="865787"/>
              </a:lnTo>
            </a:path>
          </a:pathLst>
        </a:custGeom>
        <a:noFill/>
        <a:ln w="19050">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3CFA0D-00DD-8D41-B221-BF2062F11151}">
      <dsp:nvSpPr>
        <dsp:cNvPr id="0" name=""/>
        <dsp:cNvSpPr/>
      </dsp:nvSpPr>
      <dsp:spPr>
        <a:xfrm>
          <a:off x="9146287" y="3390635"/>
          <a:ext cx="118678" cy="1424613"/>
        </a:xfrm>
        <a:custGeom>
          <a:avLst/>
          <a:gdLst/>
          <a:ahLst/>
          <a:cxnLst/>
          <a:rect l="0" t="0" r="0" b="0"/>
          <a:pathLst>
            <a:path>
              <a:moveTo>
                <a:pt x="0" y="0"/>
              </a:moveTo>
              <a:lnTo>
                <a:pt x="0" y="1289526"/>
              </a:lnTo>
              <a:lnTo>
                <a:pt x="118678" y="1289526"/>
              </a:lnTo>
              <a:lnTo>
                <a:pt x="118678" y="1424613"/>
              </a:lnTo>
            </a:path>
          </a:pathLst>
        </a:custGeom>
        <a:noFill/>
        <a:ln w="19050">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D0DBC04-4FAD-BD40-A7BA-3601829DAD90}">
      <dsp:nvSpPr>
        <dsp:cNvPr id="0" name=""/>
        <dsp:cNvSpPr/>
      </dsp:nvSpPr>
      <dsp:spPr>
        <a:xfrm>
          <a:off x="8026643" y="3390635"/>
          <a:ext cx="1119644" cy="615544"/>
        </a:xfrm>
        <a:custGeom>
          <a:avLst/>
          <a:gdLst/>
          <a:ahLst/>
          <a:cxnLst/>
          <a:rect l="0" t="0" r="0" b="0"/>
          <a:pathLst>
            <a:path>
              <a:moveTo>
                <a:pt x="1119644" y="0"/>
              </a:moveTo>
              <a:lnTo>
                <a:pt x="1119644" y="480457"/>
              </a:lnTo>
              <a:lnTo>
                <a:pt x="0" y="480457"/>
              </a:lnTo>
              <a:lnTo>
                <a:pt x="0" y="615544"/>
              </a:lnTo>
            </a:path>
          </a:pathLst>
        </a:custGeom>
        <a:noFill/>
        <a:ln w="19050">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F8652F-802E-2743-9975-E8FEF37F49E1}">
      <dsp:nvSpPr>
        <dsp:cNvPr id="0" name=""/>
        <dsp:cNvSpPr/>
      </dsp:nvSpPr>
      <dsp:spPr>
        <a:xfrm>
          <a:off x="4556587" y="620065"/>
          <a:ext cx="4589699" cy="2321158"/>
        </a:xfrm>
        <a:custGeom>
          <a:avLst/>
          <a:gdLst/>
          <a:ahLst/>
          <a:cxnLst/>
          <a:rect l="0" t="0" r="0" b="0"/>
          <a:pathLst>
            <a:path>
              <a:moveTo>
                <a:pt x="0" y="0"/>
              </a:moveTo>
              <a:lnTo>
                <a:pt x="0" y="2186071"/>
              </a:lnTo>
              <a:lnTo>
                <a:pt x="4589699" y="2186071"/>
              </a:lnTo>
              <a:lnTo>
                <a:pt x="4589699" y="2321158"/>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5280A67-76C9-CF48-94E4-DB7ACBEC6EA2}">
      <dsp:nvSpPr>
        <dsp:cNvPr id="0" name=""/>
        <dsp:cNvSpPr/>
      </dsp:nvSpPr>
      <dsp:spPr>
        <a:xfrm>
          <a:off x="5673237" y="3510060"/>
          <a:ext cx="160190" cy="401089"/>
        </a:xfrm>
        <a:custGeom>
          <a:avLst/>
          <a:gdLst/>
          <a:ahLst/>
          <a:cxnLst/>
          <a:rect l="0" t="0" r="0" b="0"/>
          <a:pathLst>
            <a:path>
              <a:moveTo>
                <a:pt x="160190" y="0"/>
              </a:moveTo>
              <a:lnTo>
                <a:pt x="160190" y="266002"/>
              </a:lnTo>
              <a:lnTo>
                <a:pt x="0" y="266002"/>
              </a:lnTo>
              <a:lnTo>
                <a:pt x="0" y="401089"/>
              </a:lnTo>
            </a:path>
          </a:pathLst>
        </a:custGeom>
        <a:noFill/>
        <a:ln w="19050">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B20C4E-C168-2C47-9EA3-0173AB662BA8}">
      <dsp:nvSpPr>
        <dsp:cNvPr id="0" name=""/>
        <dsp:cNvSpPr/>
      </dsp:nvSpPr>
      <dsp:spPr>
        <a:xfrm>
          <a:off x="4556587" y="620065"/>
          <a:ext cx="1276840" cy="2317950"/>
        </a:xfrm>
        <a:custGeom>
          <a:avLst/>
          <a:gdLst/>
          <a:ahLst/>
          <a:cxnLst/>
          <a:rect l="0" t="0" r="0" b="0"/>
          <a:pathLst>
            <a:path>
              <a:moveTo>
                <a:pt x="0" y="0"/>
              </a:moveTo>
              <a:lnTo>
                <a:pt x="0" y="2182863"/>
              </a:lnTo>
              <a:lnTo>
                <a:pt x="1276840" y="2182863"/>
              </a:lnTo>
              <a:lnTo>
                <a:pt x="1276840" y="2317950"/>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24D4CA-5849-7A42-B171-053CB2E6C84A}">
      <dsp:nvSpPr>
        <dsp:cNvPr id="0" name=""/>
        <dsp:cNvSpPr/>
      </dsp:nvSpPr>
      <dsp:spPr>
        <a:xfrm>
          <a:off x="2784346" y="3530902"/>
          <a:ext cx="180339" cy="698258"/>
        </a:xfrm>
        <a:custGeom>
          <a:avLst/>
          <a:gdLst/>
          <a:ahLst/>
          <a:cxnLst/>
          <a:rect l="0" t="0" r="0" b="0"/>
          <a:pathLst>
            <a:path>
              <a:moveTo>
                <a:pt x="0" y="0"/>
              </a:moveTo>
              <a:lnTo>
                <a:pt x="0" y="563171"/>
              </a:lnTo>
              <a:lnTo>
                <a:pt x="180339" y="563171"/>
              </a:lnTo>
              <a:lnTo>
                <a:pt x="180339" y="698258"/>
              </a:lnTo>
            </a:path>
          </a:pathLst>
        </a:custGeom>
        <a:noFill/>
        <a:ln w="19050">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D17EA7-FC3B-624D-A479-8D812CE0EC57}">
      <dsp:nvSpPr>
        <dsp:cNvPr id="0" name=""/>
        <dsp:cNvSpPr/>
      </dsp:nvSpPr>
      <dsp:spPr>
        <a:xfrm>
          <a:off x="1046566" y="3530902"/>
          <a:ext cx="1737780" cy="673161"/>
        </a:xfrm>
        <a:custGeom>
          <a:avLst/>
          <a:gdLst/>
          <a:ahLst/>
          <a:cxnLst/>
          <a:rect l="0" t="0" r="0" b="0"/>
          <a:pathLst>
            <a:path>
              <a:moveTo>
                <a:pt x="1737780" y="0"/>
              </a:moveTo>
              <a:lnTo>
                <a:pt x="1737780" y="538074"/>
              </a:lnTo>
              <a:lnTo>
                <a:pt x="0" y="538074"/>
              </a:lnTo>
              <a:lnTo>
                <a:pt x="0" y="673161"/>
              </a:lnTo>
            </a:path>
          </a:pathLst>
        </a:custGeom>
        <a:noFill/>
        <a:ln w="19050">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F912CB-B871-E943-A009-6BFB7C08D2A1}">
      <dsp:nvSpPr>
        <dsp:cNvPr id="0" name=""/>
        <dsp:cNvSpPr/>
      </dsp:nvSpPr>
      <dsp:spPr>
        <a:xfrm>
          <a:off x="2784346" y="620065"/>
          <a:ext cx="1772240" cy="2331891"/>
        </a:xfrm>
        <a:custGeom>
          <a:avLst/>
          <a:gdLst/>
          <a:ahLst/>
          <a:cxnLst/>
          <a:rect l="0" t="0" r="0" b="0"/>
          <a:pathLst>
            <a:path>
              <a:moveTo>
                <a:pt x="1772240" y="0"/>
              </a:moveTo>
              <a:lnTo>
                <a:pt x="1772240" y="2196804"/>
              </a:lnTo>
              <a:lnTo>
                <a:pt x="0" y="2196804"/>
              </a:lnTo>
              <a:lnTo>
                <a:pt x="0" y="2331891"/>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A0C070-CE9F-F143-9F23-55DB1DEAABE5}">
      <dsp:nvSpPr>
        <dsp:cNvPr id="0" name=""/>
        <dsp:cNvSpPr/>
      </dsp:nvSpPr>
      <dsp:spPr>
        <a:xfrm>
          <a:off x="785809" y="620065"/>
          <a:ext cx="3770778" cy="2311906"/>
        </a:xfrm>
        <a:custGeom>
          <a:avLst/>
          <a:gdLst/>
          <a:ahLst/>
          <a:cxnLst/>
          <a:rect l="0" t="0" r="0" b="0"/>
          <a:pathLst>
            <a:path>
              <a:moveTo>
                <a:pt x="3770778" y="0"/>
              </a:moveTo>
              <a:lnTo>
                <a:pt x="3770778" y="2176819"/>
              </a:lnTo>
              <a:lnTo>
                <a:pt x="0" y="2176819"/>
              </a:lnTo>
              <a:lnTo>
                <a:pt x="0" y="2311906"/>
              </a:lnTo>
            </a:path>
          </a:pathLst>
        </a:custGeom>
        <a:noFill/>
        <a:ln w="19050">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9314137-E4F2-3D4C-8A65-24670A808680}">
      <dsp:nvSpPr>
        <dsp:cNvPr id="0" name=""/>
        <dsp:cNvSpPr/>
      </dsp:nvSpPr>
      <dsp:spPr>
        <a:xfrm>
          <a:off x="3471527" y="165716"/>
          <a:ext cx="2170119" cy="454349"/>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81695" numCol="1" spcCol="1270" anchor="ctr" anchorCtr="0">
          <a:noAutofit/>
        </a:bodyPr>
        <a:lstStyle/>
        <a:p>
          <a:pPr marL="0" lvl="0" indent="0" algn="ctr" defTabSz="800100" rtl="0">
            <a:lnSpc>
              <a:spcPct val="90000"/>
            </a:lnSpc>
            <a:spcBef>
              <a:spcPct val="0"/>
            </a:spcBef>
            <a:spcAft>
              <a:spcPct val="35000"/>
            </a:spcAft>
            <a:buNone/>
          </a:pPr>
          <a:r>
            <a:rPr lang="en-US" sz="1800" kern="1200" dirty="0"/>
            <a:t>Clinical question</a:t>
          </a:r>
        </a:p>
      </dsp:txBody>
      <dsp:txXfrm>
        <a:off x="3471527" y="165716"/>
        <a:ext cx="2170119" cy="454349"/>
      </dsp:txXfrm>
    </dsp:sp>
    <dsp:sp modelId="{1347DC7D-4AF4-5E43-8315-7481D9455804}">
      <dsp:nvSpPr>
        <dsp:cNvPr id="0" name=""/>
        <dsp:cNvSpPr/>
      </dsp:nvSpPr>
      <dsp:spPr>
        <a:xfrm>
          <a:off x="4125997" y="556960"/>
          <a:ext cx="3542244" cy="229736"/>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11430" rIns="45720" bIns="11430" numCol="1" spcCol="1270" anchor="ctr" anchorCtr="0">
          <a:noAutofit/>
        </a:bodyPr>
        <a:lstStyle/>
        <a:p>
          <a:pPr marL="0" lvl="0" indent="0" algn="ctr" defTabSz="800100">
            <a:lnSpc>
              <a:spcPct val="90000"/>
            </a:lnSpc>
            <a:spcBef>
              <a:spcPct val="0"/>
            </a:spcBef>
            <a:spcAft>
              <a:spcPct val="35000"/>
            </a:spcAft>
            <a:buNone/>
          </a:pPr>
          <a:r>
            <a:rPr lang="en-US" sz="1800" b="0" kern="1200" dirty="0">
              <a:solidFill>
                <a:schemeClr val="tx1"/>
              </a:solidFill>
              <a:latin typeface="Bitstream Charter"/>
              <a:ea typeface="Bitstream Charter"/>
              <a:cs typeface="Bitstream Charter"/>
            </a:rPr>
            <a:t>Can we detect early risk?</a:t>
          </a:r>
          <a:endParaRPr lang="en-US" sz="1800" kern="1200" dirty="0">
            <a:solidFill>
              <a:schemeClr val="tx1"/>
            </a:solidFill>
          </a:endParaRPr>
        </a:p>
      </dsp:txBody>
      <dsp:txXfrm>
        <a:off x="4125997" y="556960"/>
        <a:ext cx="3542244" cy="229736"/>
      </dsp:txXfrm>
    </dsp:sp>
    <dsp:sp modelId="{E2CE50B5-94E2-DD41-AA39-D5C0E280B949}">
      <dsp:nvSpPr>
        <dsp:cNvPr id="0" name=""/>
        <dsp:cNvSpPr/>
      </dsp:nvSpPr>
      <dsp:spPr>
        <a:xfrm>
          <a:off x="28683" y="2931972"/>
          <a:ext cx="1514251" cy="637168"/>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81695" numCol="1" spcCol="1270" anchor="ctr" anchorCtr="0">
          <a:noAutofit/>
        </a:bodyPr>
        <a:lstStyle/>
        <a:p>
          <a:pPr marL="0" lvl="0" indent="0" algn="ctr" defTabSz="889000" rtl="0">
            <a:lnSpc>
              <a:spcPct val="90000"/>
            </a:lnSpc>
            <a:spcBef>
              <a:spcPct val="0"/>
            </a:spcBef>
            <a:spcAft>
              <a:spcPct val="35000"/>
            </a:spcAft>
            <a:buNone/>
          </a:pPr>
          <a:r>
            <a:rPr lang="en-US" sz="2000" kern="1200" dirty="0"/>
            <a:t>3D CNN models</a:t>
          </a:r>
        </a:p>
      </dsp:txBody>
      <dsp:txXfrm>
        <a:off x="28683" y="2931972"/>
        <a:ext cx="1514251" cy="637168"/>
      </dsp:txXfrm>
    </dsp:sp>
    <dsp:sp modelId="{911E9C21-5923-2B4D-8218-898A5DEDCEB7}">
      <dsp:nvSpPr>
        <dsp:cNvPr id="0" name=""/>
        <dsp:cNvSpPr/>
      </dsp:nvSpPr>
      <dsp:spPr>
        <a:xfrm>
          <a:off x="0" y="3488460"/>
          <a:ext cx="1196705" cy="428883"/>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ctr" defTabSz="577850" rtl="0">
            <a:lnSpc>
              <a:spcPct val="90000"/>
            </a:lnSpc>
            <a:spcBef>
              <a:spcPct val="0"/>
            </a:spcBef>
            <a:spcAft>
              <a:spcPct val="35000"/>
            </a:spcAft>
            <a:buNone/>
          </a:pPr>
          <a:r>
            <a:rPr lang="en-US" sz="1300" kern="1200" dirty="0"/>
            <a:t>3-way classification</a:t>
          </a:r>
        </a:p>
      </dsp:txBody>
      <dsp:txXfrm>
        <a:off x="0" y="3488460"/>
        <a:ext cx="1196705" cy="428883"/>
      </dsp:txXfrm>
    </dsp:sp>
    <dsp:sp modelId="{50FB79E2-175C-6043-99BE-88503D4EA79F}">
      <dsp:nvSpPr>
        <dsp:cNvPr id="0" name=""/>
        <dsp:cNvSpPr/>
      </dsp:nvSpPr>
      <dsp:spPr>
        <a:xfrm>
          <a:off x="2225256" y="2951957"/>
          <a:ext cx="1118180" cy="578944"/>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81695" numCol="1" spcCol="1270" anchor="ctr" anchorCtr="0">
          <a:noAutofit/>
        </a:bodyPr>
        <a:lstStyle/>
        <a:p>
          <a:pPr marL="0" lvl="0" indent="0" algn="ctr" defTabSz="889000" rtl="0">
            <a:lnSpc>
              <a:spcPct val="90000"/>
            </a:lnSpc>
            <a:spcBef>
              <a:spcPct val="0"/>
            </a:spcBef>
            <a:spcAft>
              <a:spcPct val="35000"/>
            </a:spcAft>
            <a:buNone/>
          </a:pPr>
          <a:r>
            <a:rPr lang="en-US" sz="2000" kern="1200" dirty="0"/>
            <a:t>Cycle-aware</a:t>
          </a:r>
        </a:p>
      </dsp:txBody>
      <dsp:txXfrm>
        <a:off x="2225256" y="2951957"/>
        <a:ext cx="1118180" cy="578944"/>
      </dsp:txXfrm>
    </dsp:sp>
    <dsp:sp modelId="{2B3177EE-12EC-CC4B-86F9-8F6C811CB028}">
      <dsp:nvSpPr>
        <dsp:cNvPr id="0" name=""/>
        <dsp:cNvSpPr/>
      </dsp:nvSpPr>
      <dsp:spPr>
        <a:xfrm>
          <a:off x="2024807" y="3456889"/>
          <a:ext cx="1006362" cy="301431"/>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rtl="0">
            <a:lnSpc>
              <a:spcPct val="90000"/>
            </a:lnSpc>
            <a:spcBef>
              <a:spcPct val="0"/>
            </a:spcBef>
            <a:spcAft>
              <a:spcPct val="35000"/>
            </a:spcAft>
            <a:buNone/>
          </a:pPr>
          <a:r>
            <a:rPr lang="en-US" sz="1200" kern="1200" dirty="0"/>
            <a:t>ES-ED  frames</a:t>
          </a:r>
        </a:p>
      </dsp:txBody>
      <dsp:txXfrm>
        <a:off x="2024807" y="3456889"/>
        <a:ext cx="1006362" cy="301431"/>
      </dsp:txXfrm>
    </dsp:sp>
    <dsp:sp modelId="{21E448FA-906D-E64F-AF79-992DF2B63002}">
      <dsp:nvSpPr>
        <dsp:cNvPr id="0" name=""/>
        <dsp:cNvSpPr/>
      </dsp:nvSpPr>
      <dsp:spPr>
        <a:xfrm>
          <a:off x="326894" y="4204063"/>
          <a:ext cx="1439344" cy="779814"/>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81695" numCol="1" spcCol="1270" anchor="ctr" anchorCtr="0">
          <a:noAutofit/>
        </a:bodyPr>
        <a:lstStyle/>
        <a:p>
          <a:pPr marL="0" lvl="0" indent="0" algn="ctr" defTabSz="889000" rtl="0">
            <a:lnSpc>
              <a:spcPct val="90000"/>
            </a:lnSpc>
            <a:spcBef>
              <a:spcPct val="0"/>
            </a:spcBef>
            <a:spcAft>
              <a:spcPct val="35000"/>
            </a:spcAft>
            <a:buNone/>
          </a:pPr>
          <a:r>
            <a:rPr lang="en-US" sz="2000" kern="1200" dirty="0"/>
            <a:t>proxy estimation</a:t>
          </a:r>
        </a:p>
      </dsp:txBody>
      <dsp:txXfrm>
        <a:off x="326894" y="4204063"/>
        <a:ext cx="1439344" cy="779814"/>
      </dsp:txXfrm>
    </dsp:sp>
    <dsp:sp modelId="{DE06B1E3-E09B-3B4A-B48C-5FE8545986C3}">
      <dsp:nvSpPr>
        <dsp:cNvPr id="0" name=""/>
        <dsp:cNvSpPr/>
      </dsp:nvSpPr>
      <dsp:spPr>
        <a:xfrm>
          <a:off x="864115" y="4847394"/>
          <a:ext cx="1006362" cy="192981"/>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rtl="0">
            <a:lnSpc>
              <a:spcPct val="90000"/>
            </a:lnSpc>
            <a:spcBef>
              <a:spcPct val="0"/>
            </a:spcBef>
            <a:spcAft>
              <a:spcPct val="35000"/>
            </a:spcAft>
            <a:buNone/>
          </a:pPr>
          <a:endParaRPr lang="en-US" sz="1200" kern="1200"/>
        </a:p>
      </dsp:txBody>
      <dsp:txXfrm>
        <a:off x="864115" y="4847394"/>
        <a:ext cx="1006362" cy="192981"/>
      </dsp:txXfrm>
    </dsp:sp>
    <dsp:sp modelId="{791775AD-B8E9-2644-8CE1-BF192A880689}">
      <dsp:nvSpPr>
        <dsp:cNvPr id="0" name=""/>
        <dsp:cNvSpPr/>
      </dsp:nvSpPr>
      <dsp:spPr>
        <a:xfrm>
          <a:off x="2087423" y="4229160"/>
          <a:ext cx="1754525" cy="1011155"/>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81695" numCol="1" spcCol="1270" anchor="ctr" anchorCtr="0">
          <a:noAutofit/>
        </a:bodyPr>
        <a:lstStyle/>
        <a:p>
          <a:pPr marL="0" lvl="0" indent="0" algn="ctr" defTabSz="889000">
            <a:lnSpc>
              <a:spcPct val="90000"/>
            </a:lnSpc>
            <a:spcBef>
              <a:spcPct val="0"/>
            </a:spcBef>
            <a:spcAft>
              <a:spcPct val="35000"/>
            </a:spcAft>
            <a:buNone/>
          </a:pPr>
          <a:r>
            <a:rPr lang="en-US" sz="2000" kern="1200" dirty="0"/>
            <a:t>Continuous Phase Prediction</a:t>
          </a:r>
        </a:p>
      </dsp:txBody>
      <dsp:txXfrm>
        <a:off x="2087423" y="4229160"/>
        <a:ext cx="1754525" cy="1011155"/>
      </dsp:txXfrm>
    </dsp:sp>
    <dsp:sp modelId="{3D418AF1-C1B3-C24C-A7F4-8950EB54E840}">
      <dsp:nvSpPr>
        <dsp:cNvPr id="0" name=""/>
        <dsp:cNvSpPr/>
      </dsp:nvSpPr>
      <dsp:spPr>
        <a:xfrm>
          <a:off x="3048218" y="5155135"/>
          <a:ext cx="1006362" cy="192981"/>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rtl="0">
            <a:lnSpc>
              <a:spcPct val="90000"/>
            </a:lnSpc>
            <a:spcBef>
              <a:spcPct val="0"/>
            </a:spcBef>
            <a:spcAft>
              <a:spcPct val="35000"/>
            </a:spcAft>
            <a:buNone/>
          </a:pPr>
          <a:endParaRPr lang="en-US" sz="1200" kern="1200"/>
        </a:p>
      </dsp:txBody>
      <dsp:txXfrm>
        <a:off x="3048218" y="5155135"/>
        <a:ext cx="1006362" cy="192981"/>
      </dsp:txXfrm>
    </dsp:sp>
    <dsp:sp modelId="{CBFCE435-C6AE-E449-A5CF-C8CEAA2FC28B}">
      <dsp:nvSpPr>
        <dsp:cNvPr id="0" name=""/>
        <dsp:cNvSpPr/>
      </dsp:nvSpPr>
      <dsp:spPr>
        <a:xfrm>
          <a:off x="4816051" y="2938016"/>
          <a:ext cx="2034752" cy="572043"/>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81695" numCol="1" spcCol="1270" anchor="ctr" anchorCtr="0">
          <a:noAutofit/>
        </a:bodyPr>
        <a:lstStyle/>
        <a:p>
          <a:pPr marL="0" lvl="0" indent="0" algn="ctr" defTabSz="889000" rtl="0">
            <a:lnSpc>
              <a:spcPct val="90000"/>
            </a:lnSpc>
            <a:spcBef>
              <a:spcPct val="0"/>
            </a:spcBef>
            <a:spcAft>
              <a:spcPct val="35000"/>
            </a:spcAft>
            <a:buNone/>
          </a:pPr>
          <a:r>
            <a:rPr lang="en-US" sz="2000" kern="1200" dirty="0"/>
            <a:t>Foundation models</a:t>
          </a:r>
        </a:p>
      </dsp:txBody>
      <dsp:txXfrm>
        <a:off x="4816051" y="2938016"/>
        <a:ext cx="2034752" cy="572043"/>
      </dsp:txXfrm>
    </dsp:sp>
    <dsp:sp modelId="{7374A6AC-0145-1441-BF44-4EE8C93D39BE}">
      <dsp:nvSpPr>
        <dsp:cNvPr id="0" name=""/>
        <dsp:cNvSpPr/>
      </dsp:nvSpPr>
      <dsp:spPr>
        <a:xfrm>
          <a:off x="5647487" y="3452797"/>
          <a:ext cx="1758598" cy="261408"/>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10160" rIns="40640" bIns="10160" numCol="1" spcCol="1270" anchor="ctr" anchorCtr="0">
          <a:noAutofit/>
        </a:bodyPr>
        <a:lstStyle/>
        <a:p>
          <a:pPr marL="0" lvl="0" indent="0" algn="r" defTabSz="711200" rtl="0">
            <a:lnSpc>
              <a:spcPct val="90000"/>
            </a:lnSpc>
            <a:spcBef>
              <a:spcPct val="0"/>
            </a:spcBef>
            <a:spcAft>
              <a:spcPct val="35000"/>
            </a:spcAft>
            <a:buNone/>
          </a:pPr>
          <a:r>
            <a:rPr lang="en-US" sz="1600" kern="1200" dirty="0"/>
            <a:t>Transformer-based</a:t>
          </a:r>
        </a:p>
      </dsp:txBody>
      <dsp:txXfrm>
        <a:off x="5647487" y="3452797"/>
        <a:ext cx="1758598" cy="261408"/>
      </dsp:txXfrm>
    </dsp:sp>
    <dsp:sp modelId="{FA51453F-E189-DE47-9453-7928C923030B}">
      <dsp:nvSpPr>
        <dsp:cNvPr id="0" name=""/>
        <dsp:cNvSpPr/>
      </dsp:nvSpPr>
      <dsp:spPr>
        <a:xfrm>
          <a:off x="4921138" y="3911149"/>
          <a:ext cx="1504198" cy="624796"/>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81695" numCol="1" spcCol="1270" anchor="ctr" anchorCtr="0">
          <a:noAutofit/>
        </a:bodyPr>
        <a:lstStyle/>
        <a:p>
          <a:pPr marL="0" lvl="0" indent="0" algn="ctr" defTabSz="889000" rtl="0">
            <a:lnSpc>
              <a:spcPct val="90000"/>
            </a:lnSpc>
            <a:spcBef>
              <a:spcPct val="0"/>
            </a:spcBef>
            <a:spcAft>
              <a:spcPct val="35000"/>
            </a:spcAft>
            <a:buNone/>
          </a:pPr>
          <a:r>
            <a:rPr lang="en-US" sz="2000" kern="1200" dirty="0"/>
            <a:t>Positional or Temporal</a:t>
          </a:r>
        </a:p>
      </dsp:txBody>
      <dsp:txXfrm>
        <a:off x="4921138" y="3911149"/>
        <a:ext cx="1504198" cy="624796"/>
      </dsp:txXfrm>
    </dsp:sp>
    <dsp:sp modelId="{C1CDE55D-F587-0F46-9C73-49C899CC1605}">
      <dsp:nvSpPr>
        <dsp:cNvPr id="0" name=""/>
        <dsp:cNvSpPr/>
      </dsp:nvSpPr>
      <dsp:spPr>
        <a:xfrm>
          <a:off x="5341050" y="4491645"/>
          <a:ext cx="1230459" cy="288740"/>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10160" rIns="40640" bIns="10160" numCol="1" spcCol="1270" anchor="ctr" anchorCtr="0">
          <a:noAutofit/>
        </a:bodyPr>
        <a:lstStyle/>
        <a:p>
          <a:pPr marL="0" lvl="0" indent="0" algn="r" defTabSz="711200" rtl="0">
            <a:lnSpc>
              <a:spcPct val="90000"/>
            </a:lnSpc>
            <a:spcBef>
              <a:spcPct val="0"/>
            </a:spcBef>
            <a:spcAft>
              <a:spcPct val="35000"/>
            </a:spcAft>
            <a:buNone/>
          </a:pPr>
          <a:r>
            <a:rPr lang="en-US" sz="1600" kern="1200" dirty="0"/>
            <a:t>TimeSformer</a:t>
          </a:r>
        </a:p>
      </dsp:txBody>
      <dsp:txXfrm>
        <a:off x="5341050" y="4491645"/>
        <a:ext cx="1230459" cy="288740"/>
      </dsp:txXfrm>
    </dsp:sp>
    <dsp:sp modelId="{4DB775DB-C27C-244A-A787-82A758F795FF}">
      <dsp:nvSpPr>
        <dsp:cNvPr id="0" name=""/>
        <dsp:cNvSpPr/>
      </dsp:nvSpPr>
      <dsp:spPr>
        <a:xfrm>
          <a:off x="8413761" y="2941224"/>
          <a:ext cx="1465051" cy="449411"/>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81695" numCol="1" spcCol="1270" anchor="ctr" anchorCtr="0">
          <a:noAutofit/>
        </a:bodyPr>
        <a:lstStyle/>
        <a:p>
          <a:pPr marL="0" lvl="0" indent="0" algn="ctr" defTabSz="889000" rtl="0">
            <a:lnSpc>
              <a:spcPct val="90000"/>
            </a:lnSpc>
            <a:spcBef>
              <a:spcPct val="0"/>
            </a:spcBef>
            <a:spcAft>
              <a:spcPct val="35000"/>
            </a:spcAft>
            <a:buNone/>
          </a:pPr>
          <a:r>
            <a:rPr lang="en-US" sz="2000" kern="1200" dirty="0"/>
            <a:t>Domain Gap</a:t>
          </a:r>
        </a:p>
      </dsp:txBody>
      <dsp:txXfrm>
        <a:off x="8413761" y="2941224"/>
        <a:ext cx="1465051" cy="449411"/>
      </dsp:txXfrm>
    </dsp:sp>
    <dsp:sp modelId="{17460135-3B8C-4D41-A599-31A5BE1C7AED}">
      <dsp:nvSpPr>
        <dsp:cNvPr id="0" name=""/>
        <dsp:cNvSpPr/>
      </dsp:nvSpPr>
      <dsp:spPr>
        <a:xfrm>
          <a:off x="8888093" y="3279728"/>
          <a:ext cx="1271830" cy="237538"/>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rtl="0">
            <a:lnSpc>
              <a:spcPct val="90000"/>
            </a:lnSpc>
            <a:spcBef>
              <a:spcPct val="0"/>
            </a:spcBef>
            <a:spcAft>
              <a:spcPct val="35000"/>
            </a:spcAft>
            <a:buNone/>
          </a:pPr>
          <a:r>
            <a:rPr lang="en-US" sz="1300" kern="1200" dirty="0"/>
            <a:t>Distribution shift</a:t>
          </a:r>
        </a:p>
      </dsp:txBody>
      <dsp:txXfrm>
        <a:off x="8888093" y="3279728"/>
        <a:ext cx="1271830" cy="237538"/>
      </dsp:txXfrm>
    </dsp:sp>
    <dsp:sp modelId="{7FAE8EDF-7C57-5C4A-A22C-6A26D7DC8552}">
      <dsp:nvSpPr>
        <dsp:cNvPr id="0" name=""/>
        <dsp:cNvSpPr/>
      </dsp:nvSpPr>
      <dsp:spPr>
        <a:xfrm>
          <a:off x="7059422" y="4006180"/>
          <a:ext cx="1934440" cy="413244"/>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81695" numCol="1" spcCol="1270" anchor="ctr" anchorCtr="0">
          <a:noAutofit/>
        </a:bodyPr>
        <a:lstStyle/>
        <a:p>
          <a:pPr marL="0" lvl="0" indent="0" algn="ctr" defTabSz="889000" rtl="0">
            <a:lnSpc>
              <a:spcPct val="90000"/>
            </a:lnSpc>
            <a:spcBef>
              <a:spcPct val="0"/>
            </a:spcBef>
            <a:spcAft>
              <a:spcPct val="35000"/>
            </a:spcAft>
            <a:buNone/>
          </a:pPr>
          <a:r>
            <a:rPr lang="en-US" sz="2000" kern="1200" dirty="0"/>
            <a:t>Z-Normalization</a:t>
          </a:r>
        </a:p>
      </dsp:txBody>
      <dsp:txXfrm>
        <a:off x="7059422" y="4006180"/>
        <a:ext cx="1934440" cy="413244"/>
      </dsp:txXfrm>
    </dsp:sp>
    <dsp:sp modelId="{CCDAF866-5867-C546-BEBE-2B7973B8DDED}">
      <dsp:nvSpPr>
        <dsp:cNvPr id="0" name=""/>
        <dsp:cNvSpPr/>
      </dsp:nvSpPr>
      <dsp:spPr>
        <a:xfrm>
          <a:off x="7517757" y="4349617"/>
          <a:ext cx="1006362" cy="192981"/>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rtl="0">
            <a:lnSpc>
              <a:spcPct val="90000"/>
            </a:lnSpc>
            <a:spcBef>
              <a:spcPct val="0"/>
            </a:spcBef>
            <a:spcAft>
              <a:spcPct val="35000"/>
            </a:spcAft>
            <a:buNone/>
          </a:pPr>
          <a:endParaRPr lang="en-US" sz="1200" kern="1200"/>
        </a:p>
      </dsp:txBody>
      <dsp:txXfrm>
        <a:off x="7517757" y="4349617"/>
        <a:ext cx="1006362" cy="192981"/>
      </dsp:txXfrm>
    </dsp:sp>
    <dsp:sp modelId="{3B86DE6F-E836-7443-B53A-497B8351EAF1}">
      <dsp:nvSpPr>
        <dsp:cNvPr id="0" name=""/>
        <dsp:cNvSpPr/>
      </dsp:nvSpPr>
      <dsp:spPr>
        <a:xfrm>
          <a:off x="8799153" y="4815249"/>
          <a:ext cx="931623" cy="475596"/>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81695" numCol="1" spcCol="1270" anchor="ctr" anchorCtr="0">
          <a:noAutofit/>
        </a:bodyPr>
        <a:lstStyle/>
        <a:p>
          <a:pPr marL="0" lvl="0" indent="0" algn="ctr" defTabSz="889000" rtl="0">
            <a:lnSpc>
              <a:spcPct val="90000"/>
            </a:lnSpc>
            <a:spcBef>
              <a:spcPct val="0"/>
            </a:spcBef>
            <a:spcAft>
              <a:spcPct val="35000"/>
            </a:spcAft>
            <a:buNone/>
          </a:pPr>
          <a:r>
            <a:rPr lang="en-US" sz="2000" kern="1200" dirty="0"/>
            <a:t>OOD</a:t>
          </a:r>
        </a:p>
      </dsp:txBody>
      <dsp:txXfrm>
        <a:off x="8799153" y="4815249"/>
        <a:ext cx="931623" cy="475596"/>
      </dsp:txXfrm>
    </dsp:sp>
    <dsp:sp modelId="{B158C5ED-1FBA-9340-A4A4-0CC55B0ECD1F}">
      <dsp:nvSpPr>
        <dsp:cNvPr id="0" name=""/>
        <dsp:cNvSpPr/>
      </dsp:nvSpPr>
      <dsp:spPr>
        <a:xfrm>
          <a:off x="8990507" y="5210071"/>
          <a:ext cx="1006362" cy="192981"/>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rtl="0">
            <a:lnSpc>
              <a:spcPct val="90000"/>
            </a:lnSpc>
            <a:spcBef>
              <a:spcPct val="0"/>
            </a:spcBef>
            <a:spcAft>
              <a:spcPct val="35000"/>
            </a:spcAft>
            <a:buNone/>
          </a:pPr>
          <a:endParaRPr lang="en-US" sz="1200" kern="1200" dirty="0"/>
        </a:p>
      </dsp:txBody>
      <dsp:txXfrm>
        <a:off x="8990507" y="5210071"/>
        <a:ext cx="1006362" cy="192981"/>
      </dsp:txXfrm>
    </dsp:sp>
    <dsp:sp modelId="{829F2A79-C6C9-4848-A178-57BC6D9CAC26}">
      <dsp:nvSpPr>
        <dsp:cNvPr id="0" name=""/>
        <dsp:cNvSpPr/>
      </dsp:nvSpPr>
      <dsp:spPr>
        <a:xfrm>
          <a:off x="9908365" y="4256423"/>
          <a:ext cx="1252496" cy="578944"/>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81695" numCol="1" spcCol="1270" anchor="ctr" anchorCtr="0">
          <a:noAutofit/>
        </a:bodyPr>
        <a:lstStyle/>
        <a:p>
          <a:pPr marL="0" lvl="0" indent="0" algn="ctr" defTabSz="889000" rtl="0">
            <a:lnSpc>
              <a:spcPct val="90000"/>
            </a:lnSpc>
            <a:spcBef>
              <a:spcPct val="0"/>
            </a:spcBef>
            <a:spcAft>
              <a:spcPct val="35000"/>
            </a:spcAft>
            <a:buNone/>
          </a:pPr>
          <a:r>
            <a:rPr lang="en-US" sz="2000" kern="1200" dirty="0"/>
            <a:t>Test-time adaptation</a:t>
          </a:r>
        </a:p>
      </dsp:txBody>
      <dsp:txXfrm>
        <a:off x="9908365" y="4256423"/>
        <a:ext cx="1252496" cy="578944"/>
      </dsp:txXfrm>
    </dsp:sp>
    <dsp:sp modelId="{8348D2E8-BB8F-D04C-BCE4-8DD93CE2D0CC}">
      <dsp:nvSpPr>
        <dsp:cNvPr id="0" name=""/>
        <dsp:cNvSpPr/>
      </dsp:nvSpPr>
      <dsp:spPr>
        <a:xfrm>
          <a:off x="10199159" y="4830254"/>
          <a:ext cx="1006362" cy="192981"/>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rtl="0">
            <a:lnSpc>
              <a:spcPct val="90000"/>
            </a:lnSpc>
            <a:spcBef>
              <a:spcPct val="0"/>
            </a:spcBef>
            <a:spcAft>
              <a:spcPct val="35000"/>
            </a:spcAft>
            <a:buNone/>
          </a:pPr>
          <a:endParaRPr lang="en-US" sz="1200" kern="1200"/>
        </a:p>
      </dsp:txBody>
      <dsp:txXfrm>
        <a:off x="10199159" y="4830254"/>
        <a:ext cx="1006362" cy="192981"/>
      </dsp:txXfrm>
    </dsp:sp>
    <dsp:sp modelId="{D4669CB2-A470-0E47-BFA1-34C9F15B8A10}">
      <dsp:nvSpPr>
        <dsp:cNvPr id="0" name=""/>
        <dsp:cNvSpPr/>
      </dsp:nvSpPr>
      <dsp:spPr>
        <a:xfrm>
          <a:off x="2549166" y="866340"/>
          <a:ext cx="1692097" cy="446609"/>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81695" numCol="1" spcCol="1270" anchor="ctr" anchorCtr="0">
          <a:noAutofit/>
        </a:bodyPr>
        <a:lstStyle/>
        <a:p>
          <a:pPr marL="0" lvl="0" indent="0" algn="ctr" defTabSz="800100" rtl="0">
            <a:lnSpc>
              <a:spcPct val="90000"/>
            </a:lnSpc>
            <a:spcBef>
              <a:spcPct val="0"/>
            </a:spcBef>
            <a:spcAft>
              <a:spcPct val="35000"/>
            </a:spcAft>
            <a:buNone/>
          </a:pPr>
          <a:r>
            <a:rPr lang="en-US" sz="1800" kern="1200" dirty="0"/>
            <a:t>Data Constraint</a:t>
          </a:r>
        </a:p>
      </dsp:txBody>
      <dsp:txXfrm>
        <a:off x="2549166" y="866340"/>
        <a:ext cx="1692097" cy="446609"/>
      </dsp:txXfrm>
    </dsp:sp>
    <dsp:sp modelId="{9DEC4202-755A-2344-8796-6F2918EB0F12}">
      <dsp:nvSpPr>
        <dsp:cNvPr id="0" name=""/>
        <dsp:cNvSpPr/>
      </dsp:nvSpPr>
      <dsp:spPr>
        <a:xfrm>
          <a:off x="1729692" y="1184007"/>
          <a:ext cx="1794344" cy="404946"/>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11430" rIns="45720" bIns="11430" numCol="1" spcCol="1270" anchor="ctr" anchorCtr="0">
          <a:noAutofit/>
        </a:bodyPr>
        <a:lstStyle/>
        <a:p>
          <a:pPr marL="0" lvl="0" indent="0" algn="l" defTabSz="800100" rtl="0">
            <a:lnSpc>
              <a:spcPct val="90000"/>
            </a:lnSpc>
            <a:spcBef>
              <a:spcPct val="0"/>
            </a:spcBef>
            <a:spcAft>
              <a:spcPct val="35000"/>
            </a:spcAft>
            <a:buNone/>
          </a:pPr>
          <a:r>
            <a:rPr lang="en-US" sz="1800" kern="1200" dirty="0"/>
            <a:t>Only 200 HFpEF</a:t>
          </a:r>
        </a:p>
      </dsp:txBody>
      <dsp:txXfrm>
        <a:off x="1729692" y="1184007"/>
        <a:ext cx="1794344" cy="404946"/>
      </dsp:txXfrm>
    </dsp:sp>
    <dsp:sp modelId="{899F5B13-6EDA-6C40-B4A1-B92EBA9853F6}">
      <dsp:nvSpPr>
        <dsp:cNvPr id="0" name=""/>
        <dsp:cNvSpPr/>
      </dsp:nvSpPr>
      <dsp:spPr>
        <a:xfrm>
          <a:off x="5058784" y="1487200"/>
          <a:ext cx="1885576" cy="695294"/>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81695" numCol="1" spcCol="1270" anchor="ctr" anchorCtr="0">
          <a:noAutofit/>
        </a:bodyPr>
        <a:lstStyle/>
        <a:p>
          <a:pPr marL="0" lvl="0" indent="0" algn="ctr" defTabSz="800100" rtl="0">
            <a:lnSpc>
              <a:spcPct val="90000"/>
            </a:lnSpc>
            <a:spcBef>
              <a:spcPct val="0"/>
            </a:spcBef>
            <a:spcAft>
              <a:spcPct val="35000"/>
            </a:spcAft>
            <a:buNone/>
          </a:pPr>
          <a:r>
            <a:rPr lang="en-US" sz="1800" kern="1200" dirty="0"/>
            <a:t> Combine public Data</a:t>
          </a:r>
        </a:p>
      </dsp:txBody>
      <dsp:txXfrm>
        <a:off x="5058784" y="1487200"/>
        <a:ext cx="1885576" cy="695294"/>
      </dsp:txXfrm>
    </dsp:sp>
    <dsp:sp modelId="{D307560B-580B-844A-AF85-49F62ACEE651}">
      <dsp:nvSpPr>
        <dsp:cNvPr id="0" name=""/>
        <dsp:cNvSpPr/>
      </dsp:nvSpPr>
      <dsp:spPr>
        <a:xfrm>
          <a:off x="5916368" y="2030621"/>
          <a:ext cx="1646267" cy="243336"/>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8890" rIns="35560" bIns="8890" numCol="1" spcCol="1270" anchor="ctr" anchorCtr="0">
          <a:noAutofit/>
        </a:bodyPr>
        <a:lstStyle/>
        <a:p>
          <a:pPr marL="0" lvl="0" indent="0" algn="r" defTabSz="622300" rtl="0">
            <a:lnSpc>
              <a:spcPct val="90000"/>
            </a:lnSpc>
            <a:spcBef>
              <a:spcPct val="0"/>
            </a:spcBef>
            <a:spcAft>
              <a:spcPct val="35000"/>
            </a:spcAft>
            <a:buNone/>
          </a:pPr>
          <a:r>
            <a:rPr lang="en-US" sz="1400" kern="1200" dirty="0" err="1"/>
            <a:t>HErEF</a:t>
          </a:r>
          <a:r>
            <a:rPr lang="en-US" sz="1400" kern="1200" dirty="0"/>
            <a:t> and Healthy</a:t>
          </a:r>
        </a:p>
      </dsp:txBody>
      <dsp:txXfrm>
        <a:off x="5916368" y="2030621"/>
        <a:ext cx="1646267" cy="243336"/>
      </dsp:txXfrm>
    </dsp:sp>
    <dsp:sp modelId="{79363692-3A80-844B-A62D-3356CA3B8D88}">
      <dsp:nvSpPr>
        <dsp:cNvPr id="0" name=""/>
        <dsp:cNvSpPr/>
      </dsp:nvSpPr>
      <dsp:spPr>
        <a:xfrm>
          <a:off x="1642389" y="1836080"/>
          <a:ext cx="1770325" cy="570381"/>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81695" numCol="1" spcCol="1270" anchor="ctr" anchorCtr="0">
          <a:noAutofit/>
        </a:bodyPr>
        <a:lstStyle/>
        <a:p>
          <a:pPr marL="0" lvl="0" indent="0" algn="ctr" defTabSz="800100" rtl="0">
            <a:lnSpc>
              <a:spcPct val="90000"/>
            </a:lnSpc>
            <a:spcBef>
              <a:spcPct val="0"/>
            </a:spcBef>
            <a:spcAft>
              <a:spcPct val="35000"/>
            </a:spcAft>
            <a:buNone/>
          </a:pPr>
          <a:r>
            <a:rPr lang="en-US" sz="1800" kern="1200" dirty="0"/>
            <a:t>New institutional Data</a:t>
          </a:r>
        </a:p>
      </dsp:txBody>
      <dsp:txXfrm>
        <a:off x="1642389" y="1836080"/>
        <a:ext cx="1770325" cy="570381"/>
      </dsp:txXfrm>
    </dsp:sp>
    <dsp:sp modelId="{54BD6DFF-D595-F041-A51A-5AF809A552C0}">
      <dsp:nvSpPr>
        <dsp:cNvPr id="0" name=""/>
        <dsp:cNvSpPr/>
      </dsp:nvSpPr>
      <dsp:spPr>
        <a:xfrm>
          <a:off x="876112" y="2356780"/>
          <a:ext cx="1766226" cy="254374"/>
        </a:xfrm>
        <a:prstGeom prst="rect">
          <a:avLst/>
        </a:prstGeom>
        <a:solidFill>
          <a:schemeClr val="lt1">
            <a:alpha val="90000"/>
            <a:hueOff val="0"/>
            <a:satOff val="0"/>
            <a:lumOff val="0"/>
            <a:alphaOff val="0"/>
          </a:schemeClr>
        </a:solidFill>
        <a:ln w="19050">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9525" rIns="38100" bIns="9525" numCol="1" spcCol="1270" anchor="ctr" anchorCtr="0">
          <a:noAutofit/>
        </a:bodyPr>
        <a:lstStyle/>
        <a:p>
          <a:pPr marL="0" lvl="0" indent="0" algn="r" defTabSz="666750" rtl="0">
            <a:lnSpc>
              <a:spcPct val="90000"/>
            </a:lnSpc>
            <a:spcBef>
              <a:spcPct val="0"/>
            </a:spcBef>
            <a:spcAft>
              <a:spcPct val="35000"/>
            </a:spcAft>
            <a:buNone/>
          </a:pPr>
          <a:r>
            <a:rPr lang="en-US" sz="1500" kern="1200" dirty="0" err="1"/>
            <a:t>HErEF</a:t>
          </a:r>
          <a:r>
            <a:rPr lang="en-US" sz="1500" kern="1200" dirty="0"/>
            <a:t> and Healthy</a:t>
          </a:r>
        </a:p>
      </dsp:txBody>
      <dsp:txXfrm>
        <a:off x="876112" y="2356780"/>
        <a:ext cx="1766226" cy="25437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 everyone. I’m Mahyar Bolhassani. Today I want to tell you the story of how our echocardiography project evolved.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rather than walking through a list of our papers, I want to show you how a clinical question developed into a broader research program.</a:t>
            </a:r>
          </a:p>
          <a:p>
            <a:r>
              <a:rPr lang="en-US" dirty="0"/>
              <a:t>This is an echocardiogram, an ultrasound video of the moving heart.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began with an observation from our collaborators in cardiology. They had seen patients who came in with symptoms such as chest pain. At that visit, the routine evaluation was reassuring, and the patients went home. Then, months later, some returned with more serious heart disease, specifically heart failure with preserved ejection fraction, or HFpEF.</a:t>
            </a:r>
          </a:p>
          <a:p>
            <a:r>
              <a:rPr lang="en-US" dirty="0"/>
              <a:t>That led to a compelling question: was there already something subtle in an earlier echocardiogram that could have indicated future risk? Could a computational model find a pattern that was difficult to recognize during the initial evaluation?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imagine you are designing a study to answer that question. What would you need?</a:t>
            </a:r>
          </a:p>
          <a:p>
            <a:r>
              <a:rPr lang="en-US" dirty="0"/>
              <a:t>You would need echocardiograms from the earlier visits. Then you would need to know what happened to that </a:t>
            </a:r>
            <a:r>
              <a:rPr lang="en-US" b="1" dirty="0"/>
              <a:t>same patients</a:t>
            </a:r>
            <a:r>
              <a:rPr lang="en-US" dirty="0"/>
              <a:t> months or years later. You would also need patients who did not develop HFpEF, so that you could compare their earlier echoes.</a:t>
            </a:r>
          </a:p>
          <a:p>
            <a:endParaRPr lang="en-US" dirty="0"/>
          </a:p>
          <a:p>
            <a:r>
              <a:rPr lang="en-US" dirty="0"/>
              <a:t>On the other side is the snapshot we had.</a:t>
            </a:r>
          </a:p>
          <a:p>
            <a:r>
              <a:rPr lang="en-US" dirty="0"/>
              <a:t>This is something I think students sometimes underestimate. Before asking which neural network to use, you have to ask whether the available data can answer the question at all. No model architecture can recover a patient timeline that was never collected.</a:t>
            </a:r>
          </a:p>
          <a:p>
            <a:r>
              <a:rPr lang="en-US" dirty="0"/>
              <a:t>We could have stopped there. Instead, we asked: what meaningful question </a:t>
            </a:r>
            <a:r>
              <a:rPr lang="en-US" i="1" dirty="0"/>
              <a:t>can</a:t>
            </a:r>
            <a:r>
              <a:rPr lang="en-US" dirty="0"/>
              <a:t> we answer with the echoes we have?</a:t>
            </a:r>
          </a:p>
          <a:p>
            <a:endParaRPr lang="en-US" dirty="0"/>
          </a:p>
          <a:p>
            <a:r>
              <a:rPr lang="en-US" dirty="0"/>
              <a:t>What we actually had was about 200 echocardiograms from patients who already had HFpEF. Those are valuable data, but they answer a different kind of question. If the disease is already present when the echo is acquired, we cannot use that study to claim that we predicted its future onset. </a:t>
            </a:r>
          </a:p>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178174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A6D4F-56D3-36FE-2BC8-81EBF63CFA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9B941B-314B-1290-795D-E9CF0D290C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7E2BD-78D8-B851-DB3E-5716AC5BF98C}"/>
              </a:ext>
            </a:extLst>
          </p:cNvPr>
          <p:cNvSpPr>
            <a:spLocks noGrp="1"/>
          </p:cNvSpPr>
          <p:nvPr>
            <p:ph type="body" idx="1"/>
          </p:nvPr>
        </p:nvSpPr>
        <p:spPr/>
        <p:txBody>
          <a:bodyPr/>
          <a:lstStyle/>
          <a:p>
            <a:r>
              <a:rPr lang="en-US" dirty="0"/>
              <a:t>We decided to change the immediate research question. The original goal remained interesting, but we needed a first step that was scientifically testable.</a:t>
            </a:r>
            <a:endParaRPr dirty="0"/>
          </a:p>
        </p:txBody>
      </p:sp>
      <p:sp>
        <p:nvSpPr>
          <p:cNvPr id="4" name="Slide Number Placeholder 3">
            <a:extLst>
              <a:ext uri="{FF2B5EF4-FFF2-40B4-BE49-F238E27FC236}">
                <a16:creationId xmlns:a16="http://schemas.microsoft.com/office/drawing/2014/main" id="{BFFABD47-F5C6-FE6D-AE2F-8A28E78C8BA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58071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there was another problem. If I show a model 200 HFpEF videos and nothing else, what can it learn to distinguish them </a:t>
            </a:r>
            <a:r>
              <a:rPr lang="en-US" i="1" dirty="0"/>
              <a:t>from</a:t>
            </a:r>
            <a:r>
              <a:rPr lang="en-US" dirty="0"/>
              <a:t>?</a:t>
            </a:r>
          </a:p>
          <a:p>
            <a:r>
              <a:rPr lang="en-US" dirty="0"/>
              <a:t>We needed healthy echoes as a baseline. We also wanted echoes from patients with heart failure with reduced ejection fraction, or HFrEF. That would let us ask whether a pattern is associated with heart failure generally or differs between these groups. The reason for including both is that they provide different clinical comparisons for the model.</a:t>
            </a:r>
          </a:p>
          <a:p>
            <a:r>
              <a:rPr lang="en-US" dirty="0"/>
              <a:t>At first, we had the HFpEF videos from our institution, but we had to look elsewhere for the comparison groups.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BF0E0-89DA-A3B7-88D5-B84E70045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6493AB-EFFD-70F6-FF1B-CE29D9396B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0550BF-DD64-8CD1-286B-709AE074A7D3}"/>
              </a:ext>
            </a:extLst>
          </p:cNvPr>
          <p:cNvSpPr>
            <a:spLocks noGrp="1"/>
          </p:cNvSpPr>
          <p:nvPr>
            <p:ph type="body" idx="1"/>
          </p:nvPr>
        </p:nvSpPr>
        <p:spPr/>
        <p:txBody>
          <a:bodyPr/>
          <a:lstStyle/>
          <a:p>
            <a:r>
              <a:rPr lang="en-US" dirty="0"/>
              <a:t>Here is where the research path begins to branch. We had a clinical motivation, then a data limitation, then a feasible classification question. We tried a video model, but the first results were difficult to interpret. To understand why, we had to split the large problem into smaller experiments.</a:t>
            </a:r>
          </a:p>
          <a:p>
            <a:r>
              <a:rPr lang="en-US" dirty="0"/>
              <a:t>I’ll walk through those experiments in the order in which the questions arose.</a:t>
            </a:r>
          </a:p>
        </p:txBody>
      </p:sp>
      <p:sp>
        <p:nvSpPr>
          <p:cNvPr id="4" name="Slide Number Placeholder 3">
            <a:extLst>
              <a:ext uri="{FF2B5EF4-FFF2-40B4-BE49-F238E27FC236}">
                <a16:creationId xmlns:a16="http://schemas.microsoft.com/office/drawing/2014/main" id="{A1080997-B42C-63C2-3AAF-ECE4956DE23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00591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an echocardiogram is a video, we wanted a model that could consider both what the heart looks like and how it moves. We tried TimeSformer, a model designed to learn relationships across video frames.</a:t>
            </a:r>
          </a:p>
          <a:p>
            <a:r>
              <a:rPr lang="en-US" dirty="0"/>
              <a:t>We also wanted the clips to reflect the cardiac cycle. But our videos came with disease labels, not manually annotated ED and ES frame positions. So we estimated those landmarks using image based proxies, then constructed clips around them.</a:t>
            </a:r>
          </a:p>
          <a:p>
            <a:r>
              <a:rPr lang="en-US" dirty="0"/>
              <a:t>That gave us a plausible first approach.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especially important complication. Our HFpEF examples came from UofL, while the healthy and HFrEF examples initially came from a public dataset.</a:t>
            </a:r>
          </a:p>
          <a:p>
            <a:r>
              <a:rPr lang="en-US" dirty="0"/>
              <a:t>Suppose I train a three-class model and it performs very well. Can I immediately conclude that it learned the three conditions?</a:t>
            </a:r>
          </a:p>
          <a:p>
            <a:r>
              <a:rPr lang="en-US" dirty="0"/>
              <a:t>Probably not. The disease label and the data source are tied together. The model might recognize differences in acquisition, scanning protocol, or patient population. In the worst case, it could be answering ‘Where did this video come from?’ when I think it is answering ‘What condition does this patient have?’</a:t>
            </a:r>
          </a:p>
          <a:p>
            <a:r>
              <a:rPr lang="en-US" dirty="0"/>
              <a:t>We used consistent preprocessing and explored normalization, but those steps alone cannot establish that the source difference has disappeared.”</a:t>
            </a:r>
          </a:p>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877427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7DDDA-A5F7-D16F-ABE7-D1C00244F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245F8-6C3E-1EFD-6894-68041EDF75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89AC90-6A66-0AA3-13C2-211741E02716}"/>
              </a:ext>
            </a:extLst>
          </p:cNvPr>
          <p:cNvSpPr>
            <a:spLocks noGrp="1"/>
          </p:cNvSpPr>
          <p:nvPr>
            <p:ph type="body" idx="1"/>
          </p:nvPr>
        </p:nvSpPr>
        <p:spPr/>
        <p:txBody>
          <a:bodyPr/>
          <a:lstStyle/>
          <a:p>
            <a:r>
              <a:rPr lang="en-US" dirty="0"/>
              <a:t>So we took one piece of the problem out and examined it on its own: can adapting a video foundation model help with an echo classification task under a cleaner comparison?</a:t>
            </a:r>
          </a:p>
          <a:p>
            <a:r>
              <a:rPr lang="en-US" dirty="0"/>
              <a:t>For this experiment, we worked within the public cohort and studied healthy versus HFrEF. We set aside the local HFpEF group, which removed the particular problem of having one class exclusively from our institution and the others from the public source.</a:t>
            </a:r>
          </a:p>
          <a:p>
            <a:r>
              <a:rPr lang="en-US" dirty="0"/>
              <a:t>We adapted TimeSformer to this task and compared approaches to using the pretrained model. </a:t>
            </a:r>
            <a:endParaRPr dirty="0"/>
          </a:p>
        </p:txBody>
      </p:sp>
      <p:sp>
        <p:nvSpPr>
          <p:cNvPr id="4" name="Slide Number Placeholder 3">
            <a:extLst>
              <a:ext uri="{FF2B5EF4-FFF2-40B4-BE49-F238E27FC236}">
                <a16:creationId xmlns:a16="http://schemas.microsoft.com/office/drawing/2014/main" id="{719531BC-F037-C8EF-163B-196121A4F96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63047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became our EMBC 2026 study.</a:t>
            </a:r>
          </a:p>
          <a:p>
            <a:r>
              <a:rPr lang="en-US" dirty="0"/>
              <a:t>It answered a narrower question about adapting a general video model to echocardiography. It did </a:t>
            </a:r>
            <a:r>
              <a:rPr lang="en-US" b="1" dirty="0"/>
              <a:t>not</a:t>
            </a:r>
            <a:r>
              <a:rPr lang="en-US" dirty="0"/>
              <a:t> answer the original early HFpEF prediction question, and it did not prove that domain shift was solved. But it gave us a more interpretable experiment than the initial mixed-source three-class setup.</a:t>
            </a:r>
          </a:p>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807530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our cardiology collaborators gave us something we had been missing: approximately 200 healthy and 200 HFrEF echocardiograms from UofL. Together with our HFpEF studies, we finally had all three groups from the same institution. That let us revisit the three-class question without tying HFpEF exclusively to one data source and the other classes to another.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a 3D CNN with those local studies. But we also wanted to know whether what it learned would carry over to a public dataset. When we tested it there, performance dropped. So a good local result was only part of the story.</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0727312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9A8BD-4431-1DE5-6A64-EB7A2062D9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6D56C1-5B31-8F1A-234C-2D8064DA95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C0C3C2-A72A-D516-C91B-C2F1E92D84C3}"/>
              </a:ext>
            </a:extLst>
          </p:cNvPr>
          <p:cNvSpPr>
            <a:spLocks noGrp="1"/>
          </p:cNvSpPr>
          <p:nvPr>
            <p:ph type="body" idx="1"/>
          </p:nvPr>
        </p:nvSpPr>
        <p:spPr/>
        <p:txBody>
          <a:bodyPr/>
          <a:lstStyle/>
          <a:p>
            <a:r>
              <a:rPr lang="en-US" dirty="0"/>
              <a:t>One possible contributor was variation in the videos’ intensity and contrast. We introduced video-level z-normalization to reduce those differences and tested whether it improved performance across datasets. This was a direct response to the external test, although normalization alone could not address every difference between the patient groups or scanning settings.</a:t>
            </a:r>
          </a:p>
        </p:txBody>
      </p:sp>
      <p:sp>
        <p:nvSpPr>
          <p:cNvPr id="4" name="Slide Number Placeholder 3">
            <a:extLst>
              <a:ext uri="{FF2B5EF4-FFF2-40B4-BE49-F238E27FC236}">
                <a16:creationId xmlns:a16="http://schemas.microsoft.com/office/drawing/2014/main" id="{A03AA1C9-AC50-B720-6C50-3C17188D510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95118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Together, the local three-class experiment, external evaluation, and normalization analysis formed another study, which we published at </a:t>
            </a:r>
            <a:r>
              <a:rPr lang="en-US" b="1" dirty="0"/>
              <a:t>SPIE 2026</a:t>
            </a:r>
            <a:r>
              <a:rPr lang="en-US" dirty="0"/>
              <a:t>. But there was another question left over from our </a:t>
            </a:r>
            <a:r>
              <a:rPr lang="en-US" i="1" dirty="0"/>
              <a:t>first</a:t>
            </a:r>
            <a:r>
              <a:rPr lang="en-US" dirty="0"/>
              <a:t> video experiment. Remember how we selected end-diastolic and end-systolic frames? We did not have those frames manually marked in our original videos. We used a proxy based on image measurements. That made the experiment possible, but how reliable were those estimated frames? And could we learn cardiac timing more directly from the video?</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5065361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4B581-8C79-9EE9-4634-F0250F5A4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4B90F-66BC-A8D4-20F8-81C34F4E3A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F798AF-6935-9D64-9B9C-D8E95189E879}"/>
              </a:ext>
            </a:extLst>
          </p:cNvPr>
          <p:cNvSpPr>
            <a:spLocks noGrp="1"/>
          </p:cNvSpPr>
          <p:nvPr>
            <p:ph type="body" idx="1"/>
          </p:nvPr>
        </p:nvSpPr>
        <p:spPr/>
        <p:txBody>
          <a:bodyPr/>
          <a:lstStyle/>
          <a:p>
            <a:r>
              <a:rPr lang="en-US" dirty="0"/>
              <a:t>That question led to a separate study, for which we have now submitted an abstract. Instead of looking for only two isolated frames, the new method predicts where </a:t>
            </a:r>
            <a:r>
              <a:rPr lang="en-US" b="1" dirty="0"/>
              <a:t>every frame</a:t>
            </a:r>
            <a:r>
              <a:rPr lang="en-US" dirty="0"/>
              <a:t> lies within the repeating cardiac cycle. From that continuous prediction, we can locate ED and ES.</a:t>
            </a:r>
          </a:p>
          <a:p>
            <a:r>
              <a:rPr lang="en-US" dirty="0"/>
              <a:t>One useful feature is that training does not require someone to label every frame. It starts with sparse expert annotations of an ED and an ES frame and constructs a training signal across the cycle. We tested the method on EchoNet-Dynamic and also evaluated it on a separate dataset, CAMEO. In the submitted abstract, the average localization errors were around two frames for ED and ES on both datasets.</a:t>
            </a:r>
          </a:p>
          <a:p>
            <a:r>
              <a:rPr lang="en-US" dirty="0"/>
              <a:t>The broader lesson is that a practical shortcut in one experiment can become its own research question. Here, asking whether our proxy was reliable led us to study cardiac phase estimation directly.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that addressed one source of uncertainty: </a:t>
            </a:r>
            <a:r>
              <a:rPr lang="en-US" b="1" dirty="0"/>
              <a:t>where are we in the cardiac cycle?</a:t>
            </a:r>
            <a:r>
              <a:rPr lang="en-US" dirty="0"/>
              <a:t> Another uncertainty remained from our cross-dataset experiments: </a:t>
            </a:r>
            <a:r>
              <a:rPr lang="en-US" b="1" dirty="0"/>
              <a:t>what changes when an echo comes from a different data source?</a:t>
            </a:r>
            <a:endParaRPr lang="en-US" dirty="0"/>
          </a:p>
          <a:p>
            <a:endParaRPr lang="en-US" dirty="0"/>
          </a:p>
        </p:txBody>
      </p:sp>
      <p:sp>
        <p:nvSpPr>
          <p:cNvPr id="4" name="Slide Number Placeholder 3">
            <a:extLst>
              <a:ext uri="{FF2B5EF4-FFF2-40B4-BE49-F238E27FC236}">
                <a16:creationId xmlns:a16="http://schemas.microsoft.com/office/drawing/2014/main" id="{5AD5A713-5113-3507-359A-28950E15591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972614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seeing the performance drop across datasets, we tried video-level z-normalization. That was a useful first response, but differences between datasets can extend beyond brightness or contrast. The patients, scanning practices, and image characteristics may all differ. So we began studying the domain gap itself: what changes between the datasets, and how does that change affect the model?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A06A6-1F86-6686-8ED3-DBB8BF1EC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556CB-CBB0-D8B3-17BB-E9BCF1C9A2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4AF0C-3B14-DD12-B2A9-9C14859BCC17}"/>
              </a:ext>
            </a:extLst>
          </p:cNvPr>
          <p:cNvSpPr>
            <a:spLocks noGrp="1"/>
          </p:cNvSpPr>
          <p:nvPr>
            <p:ph type="body" idx="1"/>
          </p:nvPr>
        </p:nvSpPr>
        <p:spPr/>
        <p:txBody>
          <a:bodyPr/>
          <a:lstStyle/>
          <a:p>
            <a:r>
              <a:rPr lang="en-US" dirty="0"/>
              <a:t>That question has led us to two substantial research directions.</a:t>
            </a:r>
          </a:p>
          <a:p>
            <a:r>
              <a:rPr lang="en-US" dirty="0"/>
              <a:t>The first is </a:t>
            </a:r>
            <a:r>
              <a:rPr lang="en-US" b="1" dirty="0"/>
              <a:t>out-of-distribution detection</a:t>
            </a:r>
            <a:r>
              <a:rPr lang="en-US" dirty="0"/>
              <a:t>, or OOD. Before relying on a prediction, can we recognize that this echo differs from the cases the model learned from? This is a research problem in its own right: we need to decide what counts as unfamiliar and test whether an OOD score actually identifies the cases where the model is less reliable.</a:t>
            </a:r>
          </a:p>
          <a:p>
            <a:r>
              <a:rPr lang="en-US" dirty="0"/>
              <a:t>The second is </a:t>
            </a:r>
            <a:r>
              <a:rPr lang="en-US" b="1" dirty="0"/>
              <a:t>test-time adaptation</a:t>
            </a:r>
            <a:r>
              <a:rPr lang="en-US" dirty="0"/>
              <a:t>. If a new hospital’s echoes differ from the training data, can the model adjust when it encounters them, even without disease labels for those new videos? Here the challenge is to improve predictions without allowing the adjustment to reinforce mistakes.</a:t>
            </a:r>
          </a:p>
          <a:p>
            <a:r>
              <a:rPr lang="en-US" dirty="0"/>
              <a:t>Both are active areas of research, and </a:t>
            </a:r>
            <a:r>
              <a:rPr lang="en-US" b="1" dirty="0"/>
              <a:t>we are working on both</a:t>
            </a:r>
            <a:r>
              <a:rPr lang="en-US" dirty="0"/>
              <a:t>. OOD detection asks </a:t>
            </a:r>
            <a:r>
              <a:rPr lang="en-US" i="1" dirty="0"/>
              <a:t>when should we be cautious?</a:t>
            </a:r>
            <a:r>
              <a:rPr lang="en-US" dirty="0"/>
              <a:t> Test-time adaptation asks </a:t>
            </a:r>
            <a:r>
              <a:rPr lang="en-US" i="1" dirty="0"/>
              <a:t>can we respond to the difference safely?</a:t>
            </a:r>
            <a:r>
              <a:rPr lang="en-US" dirty="0"/>
              <a:t> Together, they grew directly from the performance gap we observed.</a:t>
            </a:r>
          </a:p>
        </p:txBody>
      </p:sp>
      <p:sp>
        <p:nvSpPr>
          <p:cNvPr id="4" name="Slide Number Placeholder 3">
            <a:extLst>
              <a:ext uri="{FF2B5EF4-FFF2-40B4-BE49-F238E27FC236}">
                <a16:creationId xmlns:a16="http://schemas.microsoft.com/office/drawing/2014/main" id="{29919422-C6E3-0EA0-8655-56B17EB2209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247180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one clinical question has now grown into several connected lines of work.</a:t>
            </a:r>
          </a:p>
          <a:p>
            <a:r>
              <a:rPr lang="en-US" dirty="0"/>
              <a:t>Cardiac timing addresses uncertainty in how we locate meaningful moments in a heartbeat. Temporal modeling asks whether the motion across the cycle provides information beyond selected frames. OOD detection asks when a new video is unfamiliar. Test-time adaptation asks whether the model can respond safely to a new setting.</a:t>
            </a:r>
          </a:p>
          <a:p>
            <a:r>
              <a:rPr lang="en-US" dirty="0"/>
              <a:t>And foundation modeling asks a different question: instead of starting with a model trained on everyday videos, what could we learn by first training on a very large collection of echocardiograms?</a:t>
            </a:r>
          </a:p>
          <a:p>
            <a:r>
              <a:rPr lang="en-US" dirty="0"/>
              <a:t>These are research directions we are investigating. The diagram shows how they relate; it does not mean each one has already produced a clinically validated solution.</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212303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625198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D2D"/>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56BF5AB-B273-46D6-B4AB-6C61E2AA0FAC}"/>
              </a:ext>
            </a:extLst>
          </p:cNvPr>
          <p:cNvSpPr>
            <a:spLocks noGrp="1"/>
          </p:cNvSpPr>
          <p:nvPr/>
        </p:nvSpPr>
        <p:spPr>
          <a:xfrm>
            <a:off x="11125200" y="6219825"/>
            <a:ext cx="476250" cy="247650"/>
          </a:xfrm>
          <a:prstGeom prst="rect">
            <a:avLst/>
          </a:prstGeom>
          <a:noFill/>
          <a:ln w="0">
            <a:noFill/>
          </a:ln>
        </p:spPr>
        <p:txBody>
          <a:bodyPr anchor="ctr">
            <a:noAutofit/>
          </a:bodyPr>
          <a:lstStyle/>
          <a:p>
            <a:pPr>
              <a:defRPr sz="1200" b="0">
                <a:solidFill>
                  <a:srgbClr val="DEEBE9"/>
                </a:solidFill>
                <a:latin typeface="Bitstream Charter"/>
                <a:ea typeface="Bitstream Charter"/>
                <a:cs typeface="Bitstream Charter"/>
              </a:defRPr>
            </a:pPr>
            <a:r>
              <a:rPr sz="1200" b="0">
                <a:solidFill>
                  <a:srgbClr val="DEEBE9"/>
                </a:solidFill>
                <a:latin typeface="Bitstream Charter"/>
                <a:ea typeface="Bitstream Charter"/>
                <a:cs typeface="Bitstream Charter"/>
              </a:rPr>
              <a:t>01</a:t>
            </a:r>
          </a:p>
        </p:txBody>
      </p:sp>
      <p:sp>
        <p:nvSpPr>
          <p:cNvPr id="4" name="Rectangle 3">
            <a:extLst>
              <a:ext uri="{FF2B5EF4-FFF2-40B4-BE49-F238E27FC236}">
                <a16:creationId xmlns:a16="http://schemas.microsoft.com/office/drawing/2014/main" id="{4717D16C-3DBC-482B-AEE8-CFA88F874E26}"/>
              </a:ext>
            </a:extLst>
          </p:cNvPr>
          <p:cNvSpPr>
            <a:spLocks noGrp="1"/>
          </p:cNvSpPr>
          <p:nvPr/>
        </p:nvSpPr>
        <p:spPr>
          <a:xfrm>
            <a:off x="1749136" y="552450"/>
            <a:ext cx="8693728" cy="809625"/>
          </a:xfrm>
          <a:prstGeom prst="rect">
            <a:avLst/>
          </a:prstGeom>
          <a:noFill/>
          <a:ln w="0">
            <a:noFill/>
          </a:ln>
        </p:spPr>
        <p:txBody>
          <a:bodyPr anchor="ctr">
            <a:noAutofit/>
          </a:bodyPr>
          <a:lstStyle/>
          <a:p>
            <a:pPr algn="ctr">
              <a:defRPr sz="1500" b="1">
                <a:solidFill>
                  <a:srgbClr val="29B7AD"/>
                </a:solidFill>
                <a:latin typeface="Bitstream Charter"/>
                <a:ea typeface="Bitstream Charter"/>
                <a:cs typeface="Bitstream Charter"/>
              </a:defRPr>
            </a:pPr>
            <a:r>
              <a:rPr sz="3600" b="1" dirty="0">
                <a:solidFill>
                  <a:srgbClr val="29B7AD"/>
                </a:solidFill>
                <a:latin typeface="Bitstream Charter"/>
                <a:ea typeface="Bitstream Charter"/>
                <a:cs typeface="Bitstream Charter"/>
              </a:rPr>
              <a:t>HOW DOES A RESEARCH PROJECT EVOLVE?</a:t>
            </a:r>
          </a:p>
        </p:txBody>
      </p:sp>
      <p:sp>
        <p:nvSpPr>
          <p:cNvPr id="5" name="Rectangle 4">
            <a:extLst>
              <a:ext uri="{FF2B5EF4-FFF2-40B4-BE49-F238E27FC236}">
                <a16:creationId xmlns:a16="http://schemas.microsoft.com/office/drawing/2014/main" id="{C66650D3-84A6-493B-9107-4C764D2ABE07}"/>
              </a:ext>
            </a:extLst>
          </p:cNvPr>
          <p:cNvSpPr>
            <a:spLocks noGrp="1"/>
          </p:cNvSpPr>
          <p:nvPr/>
        </p:nvSpPr>
        <p:spPr>
          <a:xfrm>
            <a:off x="316057" y="2425261"/>
            <a:ext cx="6029326" cy="2271430"/>
          </a:xfrm>
          <a:prstGeom prst="rect">
            <a:avLst/>
          </a:prstGeom>
          <a:noFill/>
          <a:ln w="0">
            <a:noFill/>
          </a:ln>
        </p:spPr>
        <p:txBody>
          <a:bodyPr anchor="ctr">
            <a:noAutofit/>
          </a:bodyPr>
          <a:lstStyle/>
          <a:p>
            <a:pPr algn="ctr">
              <a:defRPr sz="4350" b="1">
                <a:solidFill>
                  <a:srgbClr val="FFFFFF"/>
                </a:solidFill>
                <a:latin typeface="Bitstream Charter"/>
                <a:ea typeface="Bitstream Charter"/>
                <a:cs typeface="Bitstream Charter"/>
              </a:defRPr>
            </a:pPr>
            <a:r>
              <a:rPr sz="4800" b="1" dirty="0">
                <a:solidFill>
                  <a:srgbClr val="FFFFFF"/>
                </a:solidFill>
                <a:latin typeface="Bitstream Charter"/>
                <a:ea typeface="Bitstream Charter"/>
                <a:cs typeface="Bitstream Charter"/>
              </a:rPr>
              <a:t>From a clinical question</a:t>
            </a:r>
            <a:r>
              <a:rPr lang="en-US" sz="4800" b="1" dirty="0">
                <a:solidFill>
                  <a:srgbClr val="FFFFFF"/>
                </a:solidFill>
                <a:latin typeface="Bitstream Charter"/>
                <a:ea typeface="Bitstream Charter"/>
                <a:cs typeface="Bitstream Charter"/>
              </a:rPr>
              <a:t> </a:t>
            </a:r>
            <a:r>
              <a:rPr sz="4800" b="1" dirty="0">
                <a:solidFill>
                  <a:srgbClr val="FFFFFF"/>
                </a:solidFill>
                <a:latin typeface="Bitstream Charter"/>
                <a:ea typeface="Bitstream Charter"/>
                <a:cs typeface="Bitstream Charter"/>
              </a:rPr>
              <a:t>to a research program</a:t>
            </a:r>
          </a:p>
        </p:txBody>
      </p:sp>
      <p:sp>
        <p:nvSpPr>
          <p:cNvPr id="7" name="Rectangle 6">
            <a:extLst>
              <a:ext uri="{FF2B5EF4-FFF2-40B4-BE49-F238E27FC236}">
                <a16:creationId xmlns:a16="http://schemas.microsoft.com/office/drawing/2014/main" id="{187E2E79-0780-4CD0-9699-DE2DEBD82559}"/>
              </a:ext>
            </a:extLst>
          </p:cNvPr>
          <p:cNvSpPr>
            <a:spLocks noGrp="1"/>
          </p:cNvSpPr>
          <p:nvPr/>
        </p:nvSpPr>
        <p:spPr>
          <a:xfrm>
            <a:off x="714375" y="6019800"/>
            <a:ext cx="6858000" cy="285750"/>
          </a:xfrm>
          <a:prstGeom prst="rect">
            <a:avLst/>
          </a:prstGeom>
          <a:noFill/>
          <a:ln w="0">
            <a:noFill/>
          </a:ln>
        </p:spPr>
        <p:txBody>
          <a:bodyPr anchor="ctr">
            <a:noAutofit/>
          </a:bodyPr>
          <a:lstStyle/>
          <a:p>
            <a:pPr>
              <a:defRPr sz="1350" b="0">
                <a:solidFill>
                  <a:srgbClr val="DEEBE9"/>
                </a:solidFill>
                <a:latin typeface="Bitstream Charter"/>
                <a:ea typeface="Bitstream Charter"/>
                <a:cs typeface="Bitstream Charter"/>
              </a:defRPr>
            </a:pPr>
            <a:r>
              <a:rPr sz="1350" b="0">
                <a:solidFill>
                  <a:srgbClr val="DEEBE9"/>
                </a:solidFill>
                <a:latin typeface="Bitstream Charter"/>
                <a:ea typeface="Bitstream Charter"/>
                <a:cs typeface="Bitstream Charter"/>
              </a:rPr>
              <a:t>Mahyar Bolhassani  ·  ECE 695  ·  October 2026</a:t>
            </a:r>
          </a:p>
        </p:txBody>
      </p:sp>
      <p:pic>
        <p:nvPicPr>
          <p:cNvPr id="10" name="Picture 9">
            <a:extLst>
              <a:ext uri="{FF2B5EF4-FFF2-40B4-BE49-F238E27FC236}">
                <a16:creationId xmlns:a16="http://schemas.microsoft.com/office/drawing/2014/main" id="{8248A2E0-04D6-B45B-FA43-21B41473A6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5382" y="1587195"/>
            <a:ext cx="5530562" cy="4207483"/>
          </a:xfrm>
          <a:prstGeom prst="rect">
            <a:avLst/>
          </a:prstGeom>
        </p:spPr>
      </p:pic>
    </p:spTree>
    <p:extLst>
      <p:ext uri="{BB962C8B-B14F-4D97-AF65-F5344CB8AC3E}">
        <p14:creationId xmlns:p14="http://schemas.microsoft.com/office/powerpoint/2010/main" val="2012802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B72F2A1-BB67-4436-B9B4-90BBA1D1F3AC}"/>
              </a:ext>
            </a:extLst>
          </p:cNvPr>
          <p:cNvSpPr>
            <a:spLocks noGrp="1"/>
          </p:cNvSpPr>
          <p:nvPr/>
        </p:nvSpPr>
        <p:spPr>
          <a:xfrm>
            <a:off x="11125200" y="6219825"/>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sz="1200" b="0">
                <a:solidFill>
                  <a:srgbClr val="577181"/>
                </a:solidFill>
                <a:latin typeface="Bitstream Charter"/>
                <a:ea typeface="Bitstream Charter"/>
                <a:cs typeface="Bitstream Charter"/>
              </a:rPr>
              <a:t>02</a:t>
            </a:r>
          </a:p>
        </p:txBody>
      </p:sp>
      <p:sp>
        <p:nvSpPr>
          <p:cNvPr id="3" name="Rectangle 2">
            <a:extLst>
              <a:ext uri="{FF2B5EF4-FFF2-40B4-BE49-F238E27FC236}">
                <a16:creationId xmlns:a16="http://schemas.microsoft.com/office/drawing/2014/main" id="{48F0E2A0-C00B-4E79-8CAC-0CA088CD6099}"/>
              </a:ext>
            </a:extLst>
          </p:cNvPr>
          <p:cNvSpPr>
            <a:spLocks noGrp="1"/>
          </p:cNvSpPr>
          <p:nvPr/>
        </p:nvSpPr>
        <p:spPr>
          <a:xfrm>
            <a:off x="666750" y="742950"/>
            <a:ext cx="10763250" cy="990600"/>
          </a:xfrm>
          <a:prstGeom prst="rect">
            <a:avLst/>
          </a:prstGeom>
          <a:noFill/>
          <a:ln w="0">
            <a:noFill/>
          </a:ln>
        </p:spPr>
        <p:txBody>
          <a:bodyPr anchor="ctr">
            <a:noAutofit/>
          </a:bodyPr>
          <a:lstStyle/>
          <a:p>
            <a:pPr algn="ctr">
              <a:defRPr sz="3150" b="1">
                <a:solidFill>
                  <a:srgbClr val="173249"/>
                </a:solidFill>
                <a:latin typeface="Bitstream Charter"/>
                <a:ea typeface="Bitstream Charter"/>
                <a:cs typeface="Bitstream Charter"/>
              </a:defRPr>
            </a:pPr>
            <a:r>
              <a:rPr sz="3150" b="1" dirty="0">
                <a:solidFill>
                  <a:srgbClr val="173249"/>
                </a:solidFill>
                <a:latin typeface="Bitstream Charter"/>
                <a:ea typeface="Bitstream Charter"/>
                <a:cs typeface="Bitstream Charter"/>
              </a:rPr>
              <a:t>A patient looked healthy. Months later, the story changed.</a:t>
            </a:r>
          </a:p>
        </p:txBody>
      </p:sp>
      <p:sp>
        <p:nvSpPr>
          <p:cNvPr id="4" name="Rectangle 3">
            <a:extLst>
              <a:ext uri="{FF2B5EF4-FFF2-40B4-BE49-F238E27FC236}">
                <a16:creationId xmlns:a16="http://schemas.microsoft.com/office/drawing/2014/main" id="{B04F14CE-9931-4DA2-AD66-552940BA7820}"/>
              </a:ext>
            </a:extLst>
          </p:cNvPr>
          <p:cNvSpPr>
            <a:spLocks noGrp="1"/>
          </p:cNvSpPr>
          <p:nvPr/>
        </p:nvSpPr>
        <p:spPr>
          <a:xfrm>
            <a:off x="1371168" y="2128836"/>
            <a:ext cx="1566430" cy="333375"/>
          </a:xfrm>
          <a:prstGeom prst="rect">
            <a:avLst/>
          </a:prstGeom>
          <a:noFill/>
          <a:ln w="0">
            <a:noFill/>
          </a:ln>
        </p:spPr>
        <p:txBody>
          <a:bodyPr anchor="ctr">
            <a:noAutofit/>
          </a:bodyPr>
          <a:lstStyle/>
          <a:p>
            <a:pPr>
              <a:defRPr sz="1425" b="1">
                <a:solidFill>
                  <a:srgbClr val="245D78"/>
                </a:solidFill>
                <a:latin typeface="Bitstream Charter"/>
                <a:ea typeface="Bitstream Charter"/>
                <a:cs typeface="Bitstream Charter"/>
              </a:defRPr>
            </a:pPr>
            <a:r>
              <a:rPr sz="2000" b="1" dirty="0">
                <a:solidFill>
                  <a:srgbClr val="245D78"/>
                </a:solidFill>
                <a:latin typeface="Bitstream Charter"/>
                <a:ea typeface="Bitstream Charter"/>
                <a:cs typeface="Bitstream Charter"/>
              </a:rPr>
              <a:t>FIRST VISIT</a:t>
            </a:r>
          </a:p>
        </p:txBody>
      </p:sp>
      <p:sp>
        <p:nvSpPr>
          <p:cNvPr id="5" name="Rectangle 4">
            <a:extLst>
              <a:ext uri="{FF2B5EF4-FFF2-40B4-BE49-F238E27FC236}">
                <a16:creationId xmlns:a16="http://schemas.microsoft.com/office/drawing/2014/main" id="{397683B3-B8B4-4E4A-ACF9-28BFC7C1A0F2}"/>
              </a:ext>
            </a:extLst>
          </p:cNvPr>
          <p:cNvSpPr>
            <a:spLocks noGrp="1"/>
          </p:cNvSpPr>
          <p:nvPr/>
        </p:nvSpPr>
        <p:spPr>
          <a:xfrm>
            <a:off x="663721" y="2571750"/>
            <a:ext cx="2981323" cy="1714500"/>
          </a:xfrm>
          <a:prstGeom prst="rect">
            <a:avLst/>
          </a:prstGeom>
          <a:noFill/>
          <a:ln w="0">
            <a:noFill/>
          </a:ln>
        </p:spPr>
        <p:txBody>
          <a:bodyPr anchor="ctr">
            <a:noAutofit/>
          </a:bodyPr>
          <a:lstStyle/>
          <a:p>
            <a:pPr algn="ctr">
              <a:defRPr sz="2250" b="0">
                <a:solidFill>
                  <a:srgbClr val="173249"/>
                </a:solidFill>
                <a:latin typeface="Bitstream Charter"/>
                <a:ea typeface="Bitstream Charter"/>
                <a:cs typeface="Bitstream Charter"/>
              </a:defRPr>
            </a:pPr>
            <a:r>
              <a:rPr sz="2250" b="0" dirty="0">
                <a:solidFill>
                  <a:srgbClr val="173249"/>
                </a:solidFill>
                <a:latin typeface="Bitstream Charter"/>
                <a:ea typeface="Bitstream Charter"/>
                <a:cs typeface="Bitstream Charter"/>
              </a:rPr>
              <a:t>Chest pain</a:t>
            </a:r>
          </a:p>
          <a:p>
            <a:pPr algn="ctr">
              <a:defRPr sz="2250" b="0">
                <a:solidFill>
                  <a:srgbClr val="173249"/>
                </a:solidFill>
                <a:latin typeface="Bitstream Charter"/>
                <a:ea typeface="Bitstream Charter"/>
                <a:cs typeface="Bitstream Charter"/>
              </a:defRPr>
            </a:pPr>
            <a:r>
              <a:rPr sz="2250" b="0" dirty="0">
                <a:solidFill>
                  <a:srgbClr val="173249"/>
                </a:solidFill>
                <a:latin typeface="Bitstream Charter"/>
                <a:ea typeface="Bitstream Charter"/>
                <a:cs typeface="Bitstream Charter"/>
              </a:rPr>
              <a:t>Routine exams </a:t>
            </a:r>
            <a:endParaRPr lang="en-US" sz="2250" b="0" dirty="0">
              <a:solidFill>
                <a:srgbClr val="173249"/>
              </a:solidFill>
              <a:latin typeface="Bitstream Charter"/>
              <a:ea typeface="Bitstream Charter"/>
              <a:cs typeface="Bitstream Charter"/>
            </a:endParaRPr>
          </a:p>
          <a:p>
            <a:pPr algn="ctr">
              <a:defRPr sz="2250" b="0">
                <a:solidFill>
                  <a:srgbClr val="173249"/>
                </a:solidFill>
                <a:latin typeface="Bitstream Charter"/>
                <a:ea typeface="Bitstream Charter"/>
                <a:cs typeface="Bitstream Charter"/>
              </a:defRPr>
            </a:pPr>
            <a:r>
              <a:rPr lang="en-US" sz="2250" b="0" dirty="0">
                <a:solidFill>
                  <a:srgbClr val="173249"/>
                </a:solidFill>
                <a:latin typeface="Bitstream Charter"/>
                <a:ea typeface="Bitstream Charter"/>
                <a:cs typeface="Bitstream Charter"/>
              </a:rPr>
              <a:t>R</a:t>
            </a:r>
            <a:r>
              <a:rPr sz="2250" b="0" dirty="0">
                <a:solidFill>
                  <a:srgbClr val="173249"/>
                </a:solidFill>
                <a:latin typeface="Bitstream Charter"/>
                <a:ea typeface="Bitstream Charter"/>
                <a:cs typeface="Bitstream Charter"/>
              </a:rPr>
              <a:t>eassuring</a:t>
            </a:r>
            <a:r>
              <a:rPr lang="en-US" sz="2250" dirty="0">
                <a:solidFill>
                  <a:srgbClr val="173249"/>
                </a:solidFill>
                <a:latin typeface="Bitstream Charter"/>
                <a:ea typeface="Bitstream Charter"/>
                <a:cs typeface="Bitstream Charter"/>
              </a:rPr>
              <a:t> </a:t>
            </a:r>
            <a:r>
              <a:rPr sz="2250" b="0" dirty="0">
                <a:solidFill>
                  <a:srgbClr val="173249"/>
                </a:solidFill>
                <a:latin typeface="Bitstream Charter"/>
                <a:ea typeface="Bitstream Charter"/>
                <a:cs typeface="Bitstream Charter"/>
              </a:rPr>
              <a:t>Discharged</a:t>
            </a:r>
          </a:p>
        </p:txBody>
      </p:sp>
      <p:sp>
        <p:nvSpPr>
          <p:cNvPr id="6" name="Rectangle 5">
            <a:extLst>
              <a:ext uri="{FF2B5EF4-FFF2-40B4-BE49-F238E27FC236}">
                <a16:creationId xmlns:a16="http://schemas.microsoft.com/office/drawing/2014/main" id="{5EE16E49-3AEB-444E-800F-D1A065539DD9}"/>
              </a:ext>
            </a:extLst>
          </p:cNvPr>
          <p:cNvSpPr>
            <a:spLocks noGrp="1"/>
          </p:cNvSpPr>
          <p:nvPr/>
        </p:nvSpPr>
        <p:spPr>
          <a:xfrm>
            <a:off x="4769860" y="2128837"/>
            <a:ext cx="2080780" cy="333375"/>
          </a:xfrm>
          <a:prstGeom prst="rect">
            <a:avLst/>
          </a:prstGeom>
          <a:noFill/>
          <a:ln w="0">
            <a:noFill/>
          </a:ln>
        </p:spPr>
        <p:txBody>
          <a:bodyPr anchor="ctr">
            <a:noAutofit/>
          </a:bodyPr>
          <a:lstStyle/>
          <a:p>
            <a:pPr>
              <a:defRPr sz="1425" b="1">
                <a:solidFill>
                  <a:srgbClr val="245D78"/>
                </a:solidFill>
                <a:latin typeface="Bitstream Charter"/>
                <a:ea typeface="Bitstream Charter"/>
                <a:cs typeface="Bitstream Charter"/>
              </a:defRPr>
            </a:pPr>
            <a:r>
              <a:rPr sz="2000" b="1" dirty="0">
                <a:solidFill>
                  <a:srgbClr val="245D78"/>
                </a:solidFill>
                <a:latin typeface="Bitstream Charter"/>
                <a:ea typeface="Bitstream Charter"/>
                <a:cs typeface="Bitstream Charter"/>
              </a:rPr>
              <a:t>MONTHS LATER</a:t>
            </a:r>
          </a:p>
        </p:txBody>
      </p:sp>
      <p:sp>
        <p:nvSpPr>
          <p:cNvPr id="7" name="Rectangle 6">
            <a:extLst>
              <a:ext uri="{FF2B5EF4-FFF2-40B4-BE49-F238E27FC236}">
                <a16:creationId xmlns:a16="http://schemas.microsoft.com/office/drawing/2014/main" id="{FF6139EE-0307-4C0F-9C6B-17B0D8E70D34}"/>
              </a:ext>
            </a:extLst>
          </p:cNvPr>
          <p:cNvSpPr>
            <a:spLocks noGrp="1"/>
          </p:cNvSpPr>
          <p:nvPr/>
        </p:nvSpPr>
        <p:spPr>
          <a:xfrm>
            <a:off x="3987511" y="2620241"/>
            <a:ext cx="3563216" cy="1714500"/>
          </a:xfrm>
          <a:prstGeom prst="rect">
            <a:avLst/>
          </a:prstGeom>
          <a:noFill/>
          <a:ln w="0">
            <a:noFill/>
          </a:ln>
        </p:spPr>
        <p:txBody>
          <a:bodyPr anchor="ctr">
            <a:noAutofit/>
          </a:bodyPr>
          <a:lstStyle/>
          <a:p>
            <a:pPr algn="ctr">
              <a:defRPr sz="2250" b="0">
                <a:solidFill>
                  <a:srgbClr val="173249"/>
                </a:solidFill>
                <a:latin typeface="Bitstream Charter"/>
                <a:ea typeface="Bitstream Charter"/>
                <a:cs typeface="Bitstream Charter"/>
              </a:defRPr>
            </a:pPr>
            <a:r>
              <a:rPr sz="2250" b="0" dirty="0">
                <a:solidFill>
                  <a:srgbClr val="173249"/>
                </a:solidFill>
                <a:latin typeface="Bitstream Charter"/>
                <a:ea typeface="Bitstream Charter"/>
                <a:cs typeface="Bitstream Charter"/>
              </a:rPr>
              <a:t>Returned with more serious</a:t>
            </a:r>
          </a:p>
          <a:p>
            <a:pPr algn="ctr">
              <a:defRPr sz="2250" b="0">
                <a:solidFill>
                  <a:srgbClr val="173249"/>
                </a:solidFill>
                <a:latin typeface="Bitstream Charter"/>
                <a:ea typeface="Bitstream Charter"/>
                <a:cs typeface="Bitstream Charter"/>
              </a:defRPr>
            </a:pPr>
            <a:r>
              <a:rPr sz="2250" b="0" dirty="0">
                <a:solidFill>
                  <a:srgbClr val="173249"/>
                </a:solidFill>
                <a:latin typeface="Bitstream Charter"/>
                <a:ea typeface="Bitstream Charter"/>
                <a:cs typeface="Bitstream Charter"/>
              </a:rPr>
              <a:t>heart disease, </a:t>
            </a:r>
            <a:r>
              <a:rPr lang="en-US" sz="2250" b="0" dirty="0">
                <a:solidFill>
                  <a:srgbClr val="173249"/>
                </a:solidFill>
                <a:latin typeface="Bitstream Charter"/>
                <a:ea typeface="Bitstream Charter"/>
                <a:cs typeface="Bitstream Charter"/>
              </a:rPr>
              <a:t>specifically</a:t>
            </a:r>
            <a:r>
              <a:rPr sz="2250" b="0" dirty="0">
                <a:solidFill>
                  <a:srgbClr val="173249"/>
                </a:solidFill>
                <a:latin typeface="Bitstream Charter"/>
                <a:ea typeface="Bitstream Charter"/>
                <a:cs typeface="Bitstream Charter"/>
              </a:rPr>
              <a:t> HFpEF</a:t>
            </a:r>
          </a:p>
        </p:txBody>
      </p:sp>
      <p:sp>
        <p:nvSpPr>
          <p:cNvPr id="8" name="Rectangle 7">
            <a:extLst>
              <a:ext uri="{FF2B5EF4-FFF2-40B4-BE49-F238E27FC236}">
                <a16:creationId xmlns:a16="http://schemas.microsoft.com/office/drawing/2014/main" id="{E1C7267B-178A-4DE1-84FA-6EE8056597AE}"/>
              </a:ext>
            </a:extLst>
          </p:cNvPr>
          <p:cNvSpPr>
            <a:spLocks noGrp="1"/>
          </p:cNvSpPr>
          <p:nvPr/>
        </p:nvSpPr>
        <p:spPr>
          <a:xfrm>
            <a:off x="8410575" y="2114550"/>
            <a:ext cx="2857500" cy="333375"/>
          </a:xfrm>
          <a:prstGeom prst="rect">
            <a:avLst/>
          </a:prstGeom>
          <a:noFill/>
          <a:ln w="0">
            <a:noFill/>
          </a:ln>
        </p:spPr>
        <p:txBody>
          <a:bodyPr anchor="ctr">
            <a:noAutofit/>
          </a:bodyPr>
          <a:lstStyle/>
          <a:p>
            <a:pPr>
              <a:defRPr sz="1425" b="1">
                <a:solidFill>
                  <a:srgbClr val="245D78"/>
                </a:solidFill>
                <a:latin typeface="Bitstream Charter"/>
                <a:ea typeface="Bitstream Charter"/>
                <a:cs typeface="Bitstream Charter"/>
              </a:defRPr>
            </a:pPr>
            <a:r>
              <a:rPr sz="2000" b="1" dirty="0">
                <a:solidFill>
                  <a:srgbClr val="245D78"/>
                </a:solidFill>
                <a:latin typeface="Bitstream Charter"/>
                <a:ea typeface="Bitstream Charter"/>
                <a:cs typeface="Bitstream Charter"/>
              </a:rPr>
              <a:t>THE QUESTION</a:t>
            </a:r>
          </a:p>
        </p:txBody>
      </p:sp>
      <p:sp>
        <p:nvSpPr>
          <p:cNvPr id="9" name="Rectangle 8">
            <a:extLst>
              <a:ext uri="{FF2B5EF4-FFF2-40B4-BE49-F238E27FC236}">
                <a16:creationId xmlns:a16="http://schemas.microsoft.com/office/drawing/2014/main" id="{9CC68B64-0AAF-4EE5-832C-4BA4262CE404}"/>
              </a:ext>
            </a:extLst>
          </p:cNvPr>
          <p:cNvSpPr>
            <a:spLocks noGrp="1"/>
          </p:cNvSpPr>
          <p:nvPr/>
        </p:nvSpPr>
        <p:spPr>
          <a:xfrm>
            <a:off x="8029575" y="2571750"/>
            <a:ext cx="3095625" cy="1714500"/>
          </a:xfrm>
          <a:prstGeom prst="rect">
            <a:avLst/>
          </a:prstGeom>
          <a:noFill/>
          <a:ln w="0">
            <a:noFill/>
          </a:ln>
        </p:spPr>
        <p:txBody>
          <a:bodyPr anchor="ctr">
            <a:noAutofit/>
          </a:bodyPr>
          <a:lstStyle/>
          <a:p>
            <a:pPr algn="ctr">
              <a:defRPr sz="2250" b="0">
                <a:solidFill>
                  <a:srgbClr val="173249"/>
                </a:solidFill>
                <a:latin typeface="Bitstream Charter"/>
                <a:ea typeface="Bitstream Charter"/>
                <a:cs typeface="Bitstream Charter"/>
              </a:defRPr>
            </a:pPr>
            <a:r>
              <a:rPr sz="2250" b="0" dirty="0">
                <a:solidFill>
                  <a:srgbClr val="173249"/>
                </a:solidFill>
                <a:latin typeface="Bitstream Charter"/>
                <a:ea typeface="Bitstream Charter"/>
                <a:cs typeface="Bitstream Charter"/>
              </a:rPr>
              <a:t>Was something subtle</a:t>
            </a:r>
          </a:p>
          <a:p>
            <a:pPr algn="ctr">
              <a:defRPr sz="2250" b="0">
                <a:solidFill>
                  <a:srgbClr val="173249"/>
                </a:solidFill>
                <a:latin typeface="Bitstream Charter"/>
                <a:ea typeface="Bitstream Charter"/>
                <a:cs typeface="Bitstream Charter"/>
              </a:defRPr>
            </a:pPr>
            <a:r>
              <a:rPr sz="2250" b="0" dirty="0">
                <a:solidFill>
                  <a:srgbClr val="173249"/>
                </a:solidFill>
                <a:latin typeface="Bitstream Charter"/>
                <a:ea typeface="Bitstream Charter"/>
                <a:cs typeface="Bitstream Charter"/>
              </a:rPr>
              <a:t>already present in the earlier echo?</a:t>
            </a:r>
          </a:p>
        </p:txBody>
      </p:sp>
      <p:sp>
        <p:nvSpPr>
          <p:cNvPr id="10" name="Rectangle 9">
            <a:extLst>
              <a:ext uri="{FF2B5EF4-FFF2-40B4-BE49-F238E27FC236}">
                <a16:creationId xmlns:a16="http://schemas.microsoft.com/office/drawing/2014/main" id="{D451EB21-7B99-4384-B6D7-06237543B1C7}"/>
              </a:ext>
            </a:extLst>
          </p:cNvPr>
          <p:cNvSpPr>
            <a:spLocks noGrp="1"/>
          </p:cNvSpPr>
          <p:nvPr/>
        </p:nvSpPr>
        <p:spPr>
          <a:xfrm>
            <a:off x="714375" y="4322613"/>
            <a:ext cx="10763250" cy="38100"/>
          </a:xfrm>
          <a:prstGeom prst="rect">
            <a:avLst/>
          </a:prstGeom>
          <a:solidFill>
            <a:srgbClr val="29B7AD"/>
          </a:solidFill>
          <a:ln w="0">
            <a:noFill/>
          </a:ln>
        </p:spPr>
        <p:txBody>
          <a:bodyPr/>
          <a:lstStyle/>
          <a:p>
            <a:endParaRPr lang="en-US"/>
          </a:p>
        </p:txBody>
      </p:sp>
      <p:sp>
        <p:nvSpPr>
          <p:cNvPr id="11" name="Rectangle 10">
            <a:extLst>
              <a:ext uri="{FF2B5EF4-FFF2-40B4-BE49-F238E27FC236}">
                <a16:creationId xmlns:a16="http://schemas.microsoft.com/office/drawing/2014/main" id="{894ACEE6-A24C-42A9-9AC4-951ACA167FAE}"/>
              </a:ext>
            </a:extLst>
          </p:cNvPr>
          <p:cNvSpPr>
            <a:spLocks noGrp="1"/>
          </p:cNvSpPr>
          <p:nvPr/>
        </p:nvSpPr>
        <p:spPr>
          <a:xfrm>
            <a:off x="506124" y="4479997"/>
            <a:ext cx="11084502" cy="1288905"/>
          </a:xfrm>
          <a:prstGeom prst="rect">
            <a:avLst/>
          </a:prstGeom>
          <a:noFill/>
          <a:ln w="0">
            <a:noFill/>
          </a:ln>
        </p:spPr>
        <p:txBody>
          <a:bodyPr anchor="ctr">
            <a:noAutofit/>
          </a:bodyPr>
          <a:lstStyle/>
          <a:p>
            <a:pPr>
              <a:defRPr sz="2325" b="1">
                <a:solidFill>
                  <a:srgbClr val="245D78"/>
                </a:solidFill>
                <a:latin typeface="Bitstream Charter"/>
                <a:ea typeface="Bitstream Charter"/>
                <a:cs typeface="Bitstream Charter"/>
              </a:defRPr>
            </a:pPr>
            <a:r>
              <a:rPr sz="3200" b="1" dirty="0">
                <a:solidFill>
                  <a:srgbClr val="245D78"/>
                </a:solidFill>
                <a:latin typeface="Bitstream Charter"/>
                <a:ea typeface="Bitstream Charter"/>
                <a:cs typeface="Bitstream Charter"/>
              </a:rPr>
              <a:t>Could machine learning detect an early signal that was missed?</a:t>
            </a:r>
          </a:p>
        </p:txBody>
      </p:sp>
    </p:spTree>
    <p:extLst>
      <p:ext uri="{BB962C8B-B14F-4D97-AF65-F5344CB8AC3E}">
        <p14:creationId xmlns:p14="http://schemas.microsoft.com/office/powerpoint/2010/main" val="607937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
        <p:nvSpPr>
          <p:cNvPr id="4" name="Rectangle 3">
            <a:extLst>
              <a:ext uri="{FF2B5EF4-FFF2-40B4-BE49-F238E27FC236}">
                <a16:creationId xmlns:a16="http://schemas.microsoft.com/office/drawing/2014/main" id="{4E6A7833-D591-FE46-EC21-28F2984D3E70}"/>
              </a:ext>
            </a:extLst>
          </p:cNvPr>
          <p:cNvSpPr>
            <a:spLocks noGrp="1"/>
          </p:cNvSpPr>
          <p:nvPr/>
        </p:nvSpPr>
        <p:spPr>
          <a:xfrm>
            <a:off x="11268075" y="6376988"/>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lang="en-US" sz="1200" b="0" dirty="0">
                <a:solidFill>
                  <a:srgbClr val="577181"/>
                </a:solidFill>
                <a:latin typeface="Bitstream Charter"/>
                <a:ea typeface="Bitstream Charter"/>
                <a:cs typeface="Bitstream Charter"/>
              </a:rPr>
              <a:t>03</a:t>
            </a:r>
            <a:endParaRPr sz="1200" b="0" dirty="0">
              <a:solidFill>
                <a:srgbClr val="577181"/>
              </a:solidFill>
              <a:latin typeface="Bitstream Charter"/>
              <a:ea typeface="Bitstream Charter"/>
              <a:cs typeface="Bitstream Charter"/>
            </a:endParaRPr>
          </a:p>
        </p:txBody>
      </p:sp>
    </p:spTree>
    <p:extLst>
      <p:ext uri="{BB962C8B-B14F-4D97-AF65-F5344CB8AC3E}">
        <p14:creationId xmlns:p14="http://schemas.microsoft.com/office/powerpoint/2010/main" val="383512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a:extLst>
            <a:ext uri="{FF2B5EF4-FFF2-40B4-BE49-F238E27FC236}">
              <a16:creationId xmlns:a16="http://schemas.microsoft.com/office/drawing/2014/main" id="{C97BC6D2-27A5-65D4-DEC1-8273440D2B4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9B7DA61-0C9D-ACBB-DA5B-654EC790AB51}"/>
              </a:ext>
            </a:extLst>
          </p:cNvPr>
          <p:cNvSpPr>
            <a:spLocks noGrp="1"/>
          </p:cNvSpPr>
          <p:nvPr/>
        </p:nvSpPr>
        <p:spPr>
          <a:xfrm>
            <a:off x="11125200" y="6219825"/>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sz="1200" b="0">
                <a:solidFill>
                  <a:srgbClr val="577181"/>
                </a:solidFill>
                <a:latin typeface="Bitstream Charter"/>
                <a:ea typeface="Bitstream Charter"/>
                <a:cs typeface="Bitstream Charter"/>
              </a:rPr>
              <a:t>04</a:t>
            </a:r>
          </a:p>
        </p:txBody>
      </p:sp>
      <p:sp>
        <p:nvSpPr>
          <p:cNvPr id="2" name="Rectangle 1">
            <a:extLst>
              <a:ext uri="{FF2B5EF4-FFF2-40B4-BE49-F238E27FC236}">
                <a16:creationId xmlns:a16="http://schemas.microsoft.com/office/drawing/2014/main" id="{3083FA66-9E33-3E22-E804-164B7FC1F6AB}"/>
              </a:ext>
            </a:extLst>
          </p:cNvPr>
          <p:cNvSpPr>
            <a:spLocks noGrp="1"/>
          </p:cNvSpPr>
          <p:nvPr/>
        </p:nvSpPr>
        <p:spPr>
          <a:xfrm>
            <a:off x="666750" y="207818"/>
            <a:ext cx="1536123" cy="420832"/>
          </a:xfrm>
          <a:prstGeom prst="rect">
            <a:avLst/>
          </a:prstGeom>
          <a:noFill/>
          <a:ln w="0">
            <a:noFill/>
          </a:ln>
        </p:spPr>
        <p:txBody>
          <a:bodyPr anchor="ctr">
            <a:noAutofit/>
          </a:bodyPr>
          <a:lstStyle/>
          <a:p>
            <a:pPr>
              <a:defRPr sz="1200" b="1">
                <a:solidFill>
                  <a:srgbClr val="245D78"/>
                </a:solidFill>
                <a:latin typeface="Bitstream Charter"/>
                <a:ea typeface="Bitstream Charter"/>
                <a:cs typeface="Bitstream Charter"/>
              </a:defRPr>
            </a:pPr>
            <a:r>
              <a:rPr sz="2000" b="1" dirty="0">
                <a:solidFill>
                  <a:srgbClr val="245D78"/>
                </a:solidFill>
                <a:latin typeface="Bitstream Charter"/>
                <a:ea typeface="Bitstream Charter"/>
                <a:cs typeface="Bitstream Charter"/>
              </a:rPr>
              <a:t>THE PIVOT</a:t>
            </a:r>
          </a:p>
        </p:txBody>
      </p:sp>
      <p:graphicFrame>
        <p:nvGraphicFramePr>
          <p:cNvPr id="12" name="Diagram 11">
            <a:extLst>
              <a:ext uri="{FF2B5EF4-FFF2-40B4-BE49-F238E27FC236}">
                <a16:creationId xmlns:a16="http://schemas.microsoft.com/office/drawing/2014/main" id="{0752EE32-F47E-F552-F193-448D680769F5}"/>
              </a:ext>
            </a:extLst>
          </p:cNvPr>
          <p:cNvGraphicFramePr/>
          <p:nvPr>
            <p:extLst>
              <p:ext uri="{D42A27DB-BD31-4B8C-83A1-F6EECF244321}">
                <p14:modId xmlns:p14="http://schemas.microsoft.com/office/powerpoint/2010/main" val="1310025416"/>
              </p:ext>
            </p:extLst>
          </p:nvPr>
        </p:nvGraphicFramePr>
        <p:xfrm>
          <a:off x="257175" y="628650"/>
          <a:ext cx="11430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3586DFA3-CF75-61CA-B430-5389ABEB584D}"/>
              </a:ext>
            </a:extLst>
          </p:cNvPr>
          <p:cNvSpPr>
            <a:spLocks noGrp="1"/>
          </p:cNvSpPr>
          <p:nvPr/>
        </p:nvSpPr>
        <p:spPr>
          <a:xfrm>
            <a:off x="590550" y="381000"/>
            <a:ext cx="10763250" cy="990600"/>
          </a:xfrm>
          <a:prstGeom prst="rect">
            <a:avLst/>
          </a:prstGeom>
          <a:noFill/>
          <a:ln w="0">
            <a:noFill/>
          </a:ln>
        </p:spPr>
        <p:txBody>
          <a:bodyPr anchor="ctr">
            <a:noAutofit/>
          </a:bodyPr>
          <a:lstStyle/>
          <a:p>
            <a:pPr algn="ctr">
              <a:defRPr sz="3150" b="1">
                <a:solidFill>
                  <a:srgbClr val="173249"/>
                </a:solidFill>
                <a:latin typeface="Bitstream Charter"/>
                <a:ea typeface="Bitstream Charter"/>
                <a:cs typeface="Bitstream Charter"/>
              </a:defRPr>
            </a:pPr>
            <a:r>
              <a:rPr sz="4000" b="1" dirty="0">
                <a:solidFill>
                  <a:srgbClr val="173249"/>
                </a:solidFill>
                <a:latin typeface="Bitstream Charter"/>
                <a:ea typeface="Bitstream Charter"/>
                <a:cs typeface="Bitstream Charter"/>
              </a:rPr>
              <a:t>We changed the question to one we could test</a:t>
            </a:r>
          </a:p>
        </p:txBody>
      </p:sp>
    </p:spTree>
    <p:extLst>
      <p:ext uri="{BB962C8B-B14F-4D97-AF65-F5344CB8AC3E}">
        <p14:creationId xmlns:p14="http://schemas.microsoft.com/office/powerpoint/2010/main" val="3669123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414712-4C41-4462-A5E7-0B64C90017EF}"/>
              </a:ext>
            </a:extLst>
          </p:cNvPr>
          <p:cNvSpPr>
            <a:spLocks noGrp="1"/>
          </p:cNvSpPr>
          <p:nvPr/>
        </p:nvSpPr>
        <p:spPr>
          <a:xfrm>
            <a:off x="11125200" y="6219825"/>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lang="en-US" sz="1200" b="0" dirty="0">
                <a:solidFill>
                  <a:srgbClr val="577181"/>
                </a:solidFill>
                <a:latin typeface="Bitstream Charter"/>
                <a:ea typeface="Bitstream Charter"/>
                <a:cs typeface="Bitstream Charter"/>
              </a:rPr>
              <a:t>05</a:t>
            </a:r>
            <a:endParaRPr sz="1200" b="0" dirty="0">
              <a:solidFill>
                <a:srgbClr val="577181"/>
              </a:solidFill>
              <a:latin typeface="Bitstream Charter"/>
              <a:ea typeface="Bitstream Charter"/>
              <a:cs typeface="Bitstream Charter"/>
            </a:endParaRPr>
          </a:p>
        </p:txBody>
      </p:sp>
      <p:sp>
        <p:nvSpPr>
          <p:cNvPr id="2" name="Rectangle 1">
            <a:extLst>
              <a:ext uri="{FF2B5EF4-FFF2-40B4-BE49-F238E27FC236}">
                <a16:creationId xmlns:a16="http://schemas.microsoft.com/office/drawing/2014/main" id="{8A635462-95D3-4594-985C-831E397768E0}"/>
              </a:ext>
            </a:extLst>
          </p:cNvPr>
          <p:cNvSpPr>
            <a:spLocks noGrp="1"/>
          </p:cNvSpPr>
          <p:nvPr/>
        </p:nvSpPr>
        <p:spPr>
          <a:xfrm>
            <a:off x="666750" y="342900"/>
            <a:ext cx="9525000" cy="285750"/>
          </a:xfrm>
          <a:prstGeom prst="rect">
            <a:avLst/>
          </a:prstGeom>
          <a:noFill/>
          <a:ln w="0">
            <a:noFill/>
          </a:ln>
        </p:spPr>
        <p:txBody>
          <a:bodyPr anchor="ctr">
            <a:noAutofit/>
          </a:bodyPr>
          <a:lstStyle/>
          <a:p>
            <a:pPr>
              <a:defRPr sz="1200" b="1">
                <a:solidFill>
                  <a:srgbClr val="245D78"/>
                </a:solidFill>
                <a:latin typeface="Bitstream Charter"/>
                <a:ea typeface="Bitstream Charter"/>
                <a:cs typeface="Bitstream Charter"/>
              </a:defRPr>
            </a:pPr>
            <a:r>
              <a:rPr sz="2000" b="1" dirty="0">
                <a:solidFill>
                  <a:srgbClr val="245D78"/>
                </a:solidFill>
                <a:latin typeface="Bitstream Charter"/>
                <a:ea typeface="Bitstream Charter"/>
                <a:cs typeface="Bitstream Charter"/>
              </a:rPr>
              <a:t>THE COMPARISON PROBLEM</a:t>
            </a:r>
          </a:p>
        </p:txBody>
      </p:sp>
      <p:sp>
        <p:nvSpPr>
          <p:cNvPr id="3" name="Rectangle 2">
            <a:extLst>
              <a:ext uri="{FF2B5EF4-FFF2-40B4-BE49-F238E27FC236}">
                <a16:creationId xmlns:a16="http://schemas.microsoft.com/office/drawing/2014/main" id="{1A9F9185-FBA5-40E5-B62F-5A11E9B271E4}"/>
              </a:ext>
            </a:extLst>
          </p:cNvPr>
          <p:cNvSpPr>
            <a:spLocks noGrp="1"/>
          </p:cNvSpPr>
          <p:nvPr/>
        </p:nvSpPr>
        <p:spPr>
          <a:xfrm>
            <a:off x="666750" y="742950"/>
            <a:ext cx="10763250" cy="990600"/>
          </a:xfrm>
          <a:prstGeom prst="rect">
            <a:avLst/>
          </a:prstGeom>
          <a:noFill/>
          <a:ln w="0">
            <a:noFill/>
          </a:ln>
        </p:spPr>
        <p:txBody>
          <a:bodyPr anchor="ctr">
            <a:noAutofit/>
          </a:bodyPr>
          <a:lstStyle/>
          <a:p>
            <a:pPr>
              <a:defRPr sz="3150" b="1">
                <a:solidFill>
                  <a:srgbClr val="173249"/>
                </a:solidFill>
                <a:latin typeface="Bitstream Charter"/>
                <a:ea typeface="Bitstream Charter"/>
                <a:cs typeface="Bitstream Charter"/>
              </a:defRPr>
            </a:pPr>
            <a:r>
              <a:rPr sz="3600" b="1" dirty="0">
                <a:solidFill>
                  <a:srgbClr val="173249"/>
                </a:solidFill>
                <a:latin typeface="Bitstream Charter"/>
                <a:ea typeface="Bitstream Charter"/>
                <a:cs typeface="Bitstream Charter"/>
              </a:rPr>
              <a:t>Our HFpEF group had no local controls yet</a:t>
            </a:r>
          </a:p>
        </p:txBody>
      </p:sp>
      <p:sp>
        <p:nvSpPr>
          <p:cNvPr id="4" name="Rectangle 3">
            <a:extLst>
              <a:ext uri="{FF2B5EF4-FFF2-40B4-BE49-F238E27FC236}">
                <a16:creationId xmlns:a16="http://schemas.microsoft.com/office/drawing/2014/main" id="{73A6925D-92F7-46FA-8B54-05A2BFE892EB}"/>
              </a:ext>
            </a:extLst>
          </p:cNvPr>
          <p:cNvSpPr>
            <a:spLocks noGrp="1"/>
          </p:cNvSpPr>
          <p:nvPr/>
        </p:nvSpPr>
        <p:spPr>
          <a:xfrm>
            <a:off x="876300" y="2076450"/>
            <a:ext cx="3429000" cy="476250"/>
          </a:xfrm>
          <a:prstGeom prst="rect">
            <a:avLst/>
          </a:prstGeom>
          <a:noFill/>
          <a:ln w="0">
            <a:noFill/>
          </a:ln>
        </p:spPr>
        <p:txBody>
          <a:bodyPr anchor="ctr">
            <a:noAutofit/>
          </a:bodyPr>
          <a:lstStyle/>
          <a:p>
            <a:pPr>
              <a:defRPr sz="1800" b="1">
                <a:solidFill>
                  <a:srgbClr val="245D78"/>
                </a:solidFill>
                <a:latin typeface="Bitstream Charter"/>
                <a:ea typeface="Bitstream Charter"/>
                <a:cs typeface="Bitstream Charter"/>
              </a:defRPr>
            </a:pPr>
            <a:r>
              <a:rPr sz="1800" b="1">
                <a:solidFill>
                  <a:srgbClr val="245D78"/>
                </a:solidFill>
                <a:latin typeface="Bitstream Charter"/>
                <a:ea typeface="Bitstream Charter"/>
                <a:cs typeface="Bitstream Charter"/>
              </a:rPr>
              <a:t>UofL</a:t>
            </a:r>
          </a:p>
        </p:txBody>
      </p:sp>
      <p:sp>
        <p:nvSpPr>
          <p:cNvPr id="5" name="Rectangle 4">
            <a:extLst>
              <a:ext uri="{FF2B5EF4-FFF2-40B4-BE49-F238E27FC236}">
                <a16:creationId xmlns:a16="http://schemas.microsoft.com/office/drawing/2014/main" id="{91B31D07-55B1-4F80-8DBB-9A65A28070DE}"/>
              </a:ext>
            </a:extLst>
          </p:cNvPr>
          <p:cNvSpPr>
            <a:spLocks noGrp="1"/>
          </p:cNvSpPr>
          <p:nvPr/>
        </p:nvSpPr>
        <p:spPr>
          <a:xfrm>
            <a:off x="876300" y="2647950"/>
            <a:ext cx="4286250" cy="571500"/>
          </a:xfrm>
          <a:prstGeom prst="rect">
            <a:avLst/>
          </a:prstGeom>
          <a:noFill/>
          <a:ln w="0">
            <a:noFill/>
          </a:ln>
        </p:spPr>
        <p:txBody>
          <a:bodyPr anchor="ctr">
            <a:noAutofit/>
          </a:bodyPr>
          <a:lstStyle/>
          <a:p>
            <a:pPr>
              <a:defRPr sz="2700" b="1">
                <a:solidFill>
                  <a:srgbClr val="173249"/>
                </a:solidFill>
                <a:latin typeface="Bitstream Charter"/>
                <a:ea typeface="Bitstream Charter"/>
                <a:cs typeface="Bitstream Charter"/>
              </a:defRPr>
            </a:pPr>
            <a:r>
              <a:rPr sz="2700" b="1">
                <a:solidFill>
                  <a:srgbClr val="173249"/>
                </a:solidFill>
                <a:latin typeface="Bitstream Charter"/>
                <a:ea typeface="Bitstream Charter"/>
                <a:cs typeface="Bitstream Charter"/>
              </a:rPr>
              <a:t>≈200 HFpEF studies</a:t>
            </a:r>
          </a:p>
        </p:txBody>
      </p:sp>
      <p:sp>
        <p:nvSpPr>
          <p:cNvPr id="6" name="Rectangle 5">
            <a:extLst>
              <a:ext uri="{FF2B5EF4-FFF2-40B4-BE49-F238E27FC236}">
                <a16:creationId xmlns:a16="http://schemas.microsoft.com/office/drawing/2014/main" id="{EC850A85-44C2-4672-AE04-93B05FED5380}"/>
              </a:ext>
            </a:extLst>
          </p:cNvPr>
          <p:cNvSpPr>
            <a:spLocks noGrp="1"/>
          </p:cNvSpPr>
          <p:nvPr/>
        </p:nvSpPr>
        <p:spPr>
          <a:xfrm>
            <a:off x="6553200" y="2076450"/>
            <a:ext cx="3905250" cy="476250"/>
          </a:xfrm>
          <a:prstGeom prst="rect">
            <a:avLst/>
          </a:prstGeom>
          <a:noFill/>
          <a:ln w="0">
            <a:noFill/>
          </a:ln>
        </p:spPr>
        <p:txBody>
          <a:bodyPr anchor="ctr">
            <a:noAutofit/>
          </a:bodyPr>
          <a:lstStyle/>
          <a:p>
            <a:pPr>
              <a:defRPr sz="1800" b="1">
                <a:solidFill>
                  <a:srgbClr val="245D78"/>
                </a:solidFill>
                <a:latin typeface="Bitstream Charter"/>
                <a:ea typeface="Bitstream Charter"/>
                <a:cs typeface="Bitstream Charter"/>
              </a:defRPr>
            </a:pPr>
            <a:r>
              <a:rPr sz="1800" b="1">
                <a:solidFill>
                  <a:srgbClr val="245D78"/>
                </a:solidFill>
                <a:latin typeface="Bitstream Charter"/>
                <a:ea typeface="Bitstream Charter"/>
                <a:cs typeface="Bitstream Charter"/>
              </a:rPr>
              <a:t>PUBLIC DATA</a:t>
            </a:r>
          </a:p>
        </p:txBody>
      </p:sp>
      <p:sp>
        <p:nvSpPr>
          <p:cNvPr id="7" name="Rectangle 6">
            <a:extLst>
              <a:ext uri="{FF2B5EF4-FFF2-40B4-BE49-F238E27FC236}">
                <a16:creationId xmlns:a16="http://schemas.microsoft.com/office/drawing/2014/main" id="{106595D6-ACD6-4C52-BFE1-1D31FEB93C78}"/>
              </a:ext>
            </a:extLst>
          </p:cNvPr>
          <p:cNvSpPr>
            <a:spLocks noGrp="1"/>
          </p:cNvSpPr>
          <p:nvPr/>
        </p:nvSpPr>
        <p:spPr>
          <a:xfrm>
            <a:off x="6553200" y="2647950"/>
            <a:ext cx="4476750" cy="571500"/>
          </a:xfrm>
          <a:prstGeom prst="rect">
            <a:avLst/>
          </a:prstGeom>
          <a:noFill/>
          <a:ln w="0">
            <a:noFill/>
          </a:ln>
        </p:spPr>
        <p:txBody>
          <a:bodyPr anchor="ctr">
            <a:noAutofit/>
          </a:bodyPr>
          <a:lstStyle/>
          <a:p>
            <a:pPr>
              <a:defRPr sz="2700" b="1">
                <a:solidFill>
                  <a:srgbClr val="173249"/>
                </a:solidFill>
                <a:latin typeface="Bitstream Charter"/>
                <a:ea typeface="Bitstream Charter"/>
                <a:cs typeface="Bitstream Charter"/>
              </a:defRPr>
            </a:pPr>
            <a:r>
              <a:rPr sz="2700" b="1">
                <a:solidFill>
                  <a:srgbClr val="173249"/>
                </a:solidFill>
                <a:latin typeface="Bitstream Charter"/>
                <a:ea typeface="Bitstream Charter"/>
                <a:cs typeface="Bitstream Charter"/>
              </a:rPr>
              <a:t>Healthy + HFrEF</a:t>
            </a:r>
          </a:p>
        </p:txBody>
      </p:sp>
      <p:sp>
        <p:nvSpPr>
          <p:cNvPr id="8" name="Rectangle 7">
            <a:extLst>
              <a:ext uri="{FF2B5EF4-FFF2-40B4-BE49-F238E27FC236}">
                <a16:creationId xmlns:a16="http://schemas.microsoft.com/office/drawing/2014/main" id="{51978254-E9A8-4625-9C6E-AD7A5C654A73}"/>
              </a:ext>
            </a:extLst>
          </p:cNvPr>
          <p:cNvSpPr>
            <a:spLocks noGrp="1"/>
          </p:cNvSpPr>
          <p:nvPr/>
        </p:nvSpPr>
        <p:spPr>
          <a:xfrm>
            <a:off x="5857875" y="2124075"/>
            <a:ext cx="47625" cy="2333625"/>
          </a:xfrm>
          <a:prstGeom prst="rect">
            <a:avLst/>
          </a:prstGeom>
          <a:solidFill>
            <a:srgbClr val="F09A73"/>
          </a:solidFill>
          <a:ln w="0">
            <a:noFill/>
          </a:ln>
        </p:spPr>
        <p:txBody>
          <a:bodyPr/>
          <a:lstStyle/>
          <a:p>
            <a:endParaRPr lang="en-US"/>
          </a:p>
        </p:txBody>
      </p:sp>
      <p:sp>
        <p:nvSpPr>
          <p:cNvPr id="9" name="Rectangle 8">
            <a:extLst>
              <a:ext uri="{FF2B5EF4-FFF2-40B4-BE49-F238E27FC236}">
                <a16:creationId xmlns:a16="http://schemas.microsoft.com/office/drawing/2014/main" id="{9D66447E-664F-4261-9283-76989C81EEA7}"/>
              </a:ext>
            </a:extLst>
          </p:cNvPr>
          <p:cNvSpPr>
            <a:spLocks noGrp="1"/>
          </p:cNvSpPr>
          <p:nvPr/>
        </p:nvSpPr>
        <p:spPr>
          <a:xfrm>
            <a:off x="876300" y="4371975"/>
            <a:ext cx="10382250" cy="666750"/>
          </a:xfrm>
          <a:prstGeom prst="rect">
            <a:avLst/>
          </a:prstGeom>
          <a:noFill/>
          <a:ln w="0">
            <a:noFill/>
          </a:ln>
        </p:spPr>
        <p:txBody>
          <a:bodyPr anchor="ctr">
            <a:noAutofit/>
          </a:bodyPr>
          <a:lstStyle/>
          <a:p>
            <a:pPr>
              <a:defRPr sz="2700" b="1">
                <a:solidFill>
                  <a:srgbClr val="245D78"/>
                </a:solidFill>
                <a:latin typeface="Bitstream Charter"/>
                <a:ea typeface="Bitstream Charter"/>
                <a:cs typeface="Bitstream Charter"/>
              </a:defRPr>
            </a:pPr>
            <a:r>
              <a:rPr sz="2700" b="1">
                <a:solidFill>
                  <a:srgbClr val="245D78"/>
                </a:solidFill>
                <a:latin typeface="Bitstream Charter"/>
                <a:ea typeface="Bitstream Charter"/>
                <a:cs typeface="Bitstream Charter"/>
              </a:rPr>
              <a:t>Disease label and data source were entangled.</a:t>
            </a:r>
          </a:p>
        </p:txBody>
      </p:sp>
      <p:sp>
        <p:nvSpPr>
          <p:cNvPr id="10" name="Rectangle 9">
            <a:extLst>
              <a:ext uri="{FF2B5EF4-FFF2-40B4-BE49-F238E27FC236}">
                <a16:creationId xmlns:a16="http://schemas.microsoft.com/office/drawing/2014/main" id="{23872309-6E9F-45C9-9597-16404C175362}"/>
              </a:ext>
            </a:extLst>
          </p:cNvPr>
          <p:cNvSpPr>
            <a:spLocks noGrp="1"/>
          </p:cNvSpPr>
          <p:nvPr/>
        </p:nvSpPr>
        <p:spPr>
          <a:xfrm>
            <a:off x="876300" y="5200650"/>
            <a:ext cx="10191750" cy="552450"/>
          </a:xfrm>
          <a:prstGeom prst="rect">
            <a:avLst/>
          </a:prstGeom>
          <a:noFill/>
          <a:ln w="0">
            <a:noFill/>
          </a:ln>
        </p:spPr>
        <p:txBody>
          <a:bodyPr anchor="ctr">
            <a:noAutofit/>
          </a:bodyPr>
          <a:lstStyle/>
          <a:p>
            <a:pPr>
              <a:defRPr sz="1875" b="0">
                <a:solidFill>
                  <a:srgbClr val="577181"/>
                </a:solidFill>
                <a:latin typeface="Bitstream Charter"/>
                <a:ea typeface="Bitstream Charter"/>
                <a:cs typeface="Bitstream Charter"/>
              </a:defRPr>
            </a:pPr>
            <a:r>
              <a:rPr sz="1875" b="0">
                <a:solidFill>
                  <a:srgbClr val="577181"/>
                </a:solidFill>
                <a:latin typeface="Bitstream Charter"/>
                <a:ea typeface="Bitstream Charter"/>
                <a:cs typeface="Bitstream Charter"/>
              </a:rPr>
              <a:t>A model might learn hospital or acquisition differences instead of pathology.</a:t>
            </a:r>
          </a:p>
        </p:txBody>
      </p:sp>
    </p:spTree>
    <p:extLst>
      <p:ext uri="{BB962C8B-B14F-4D97-AF65-F5344CB8AC3E}">
        <p14:creationId xmlns:p14="http://schemas.microsoft.com/office/powerpoint/2010/main" val="433758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a:extLst>
            <a:ext uri="{FF2B5EF4-FFF2-40B4-BE49-F238E27FC236}">
              <a16:creationId xmlns:a16="http://schemas.microsoft.com/office/drawing/2014/main" id="{5C6473FF-92FF-3B83-A0F6-7FBBED871BA4}"/>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18711EC0-2DF6-F2A4-9DF0-69520A865F2A}"/>
              </a:ext>
            </a:extLst>
          </p:cNvPr>
          <p:cNvSpPr>
            <a:spLocks noGrp="1"/>
          </p:cNvSpPr>
          <p:nvPr/>
        </p:nvSpPr>
        <p:spPr>
          <a:xfrm>
            <a:off x="11125200" y="6219825"/>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sz="1200" b="0">
                <a:solidFill>
                  <a:srgbClr val="577181"/>
                </a:solidFill>
                <a:latin typeface="Bitstream Charter"/>
                <a:ea typeface="Bitstream Charter"/>
                <a:cs typeface="Bitstream Charter"/>
              </a:rPr>
              <a:t>05</a:t>
            </a:r>
          </a:p>
        </p:txBody>
      </p:sp>
      <p:sp>
        <p:nvSpPr>
          <p:cNvPr id="3" name="Rectangle 2">
            <a:extLst>
              <a:ext uri="{FF2B5EF4-FFF2-40B4-BE49-F238E27FC236}">
                <a16:creationId xmlns:a16="http://schemas.microsoft.com/office/drawing/2014/main" id="{3F5FC617-2B05-D2D7-DC55-0DA608360D4C}"/>
              </a:ext>
            </a:extLst>
          </p:cNvPr>
          <p:cNvSpPr>
            <a:spLocks noGrp="1"/>
          </p:cNvSpPr>
          <p:nvPr/>
        </p:nvSpPr>
        <p:spPr>
          <a:xfrm>
            <a:off x="2299854" y="121179"/>
            <a:ext cx="6972300" cy="729191"/>
          </a:xfrm>
          <a:prstGeom prst="rect">
            <a:avLst/>
          </a:prstGeom>
          <a:noFill/>
          <a:ln w="0">
            <a:noFill/>
          </a:ln>
        </p:spPr>
        <p:txBody>
          <a:bodyPr anchor="ctr">
            <a:noAutofit/>
          </a:bodyPr>
          <a:lstStyle/>
          <a:p>
            <a:pPr>
              <a:defRPr sz="3150" b="1">
                <a:solidFill>
                  <a:srgbClr val="173249"/>
                </a:solidFill>
                <a:latin typeface="Bitstream Charter"/>
                <a:ea typeface="Bitstream Charter"/>
                <a:cs typeface="Bitstream Charter"/>
              </a:defRPr>
            </a:pPr>
            <a:r>
              <a:rPr sz="3150" b="1" dirty="0">
                <a:solidFill>
                  <a:srgbClr val="173249"/>
                </a:solidFill>
                <a:latin typeface="Bitstream Charter"/>
                <a:ea typeface="Bitstream Charter"/>
                <a:cs typeface="Bitstream Charter"/>
              </a:rPr>
              <a:t>Each answer created the next question</a:t>
            </a:r>
          </a:p>
        </p:txBody>
      </p:sp>
      <p:graphicFrame>
        <p:nvGraphicFramePr>
          <p:cNvPr id="19" name="Diagram 18">
            <a:extLst>
              <a:ext uri="{FF2B5EF4-FFF2-40B4-BE49-F238E27FC236}">
                <a16:creationId xmlns:a16="http://schemas.microsoft.com/office/drawing/2014/main" id="{61D0E1D3-168B-E02A-C35F-87993DD38064}"/>
              </a:ext>
            </a:extLst>
          </p:cNvPr>
          <p:cNvGraphicFramePr/>
          <p:nvPr>
            <p:extLst>
              <p:ext uri="{D42A27DB-BD31-4B8C-83A1-F6EECF244321}">
                <p14:modId xmlns:p14="http://schemas.microsoft.com/office/powerpoint/2010/main" val="1700112568"/>
              </p:ext>
            </p:extLst>
          </p:nvPr>
        </p:nvGraphicFramePr>
        <p:xfrm>
          <a:off x="666750" y="719666"/>
          <a:ext cx="11317432" cy="59166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Rectangle 1">
            <a:extLst>
              <a:ext uri="{FF2B5EF4-FFF2-40B4-BE49-F238E27FC236}">
                <a16:creationId xmlns:a16="http://schemas.microsoft.com/office/drawing/2014/main" id="{DD462B61-BF35-81D8-8AD1-88F842D883D6}"/>
              </a:ext>
            </a:extLst>
          </p:cNvPr>
          <p:cNvSpPr>
            <a:spLocks noGrp="1"/>
          </p:cNvSpPr>
          <p:nvPr/>
        </p:nvSpPr>
        <p:spPr>
          <a:xfrm>
            <a:off x="11277600" y="6529393"/>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lang="en-US" sz="1200" b="0" dirty="0">
                <a:solidFill>
                  <a:srgbClr val="577181"/>
                </a:solidFill>
                <a:latin typeface="Bitstream Charter"/>
                <a:ea typeface="Bitstream Charter"/>
                <a:cs typeface="Bitstream Charter"/>
              </a:rPr>
              <a:t>06</a:t>
            </a:r>
            <a:endParaRPr sz="1200" b="0" dirty="0">
              <a:solidFill>
                <a:srgbClr val="577181"/>
              </a:solidFill>
              <a:latin typeface="Bitstream Charter"/>
              <a:ea typeface="Bitstream Charter"/>
              <a:cs typeface="Bitstream Charter"/>
            </a:endParaRPr>
          </a:p>
        </p:txBody>
      </p:sp>
    </p:spTree>
    <p:extLst>
      <p:ext uri="{BB962C8B-B14F-4D97-AF65-F5344CB8AC3E}">
        <p14:creationId xmlns:p14="http://schemas.microsoft.com/office/powerpoint/2010/main" val="3719300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D2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1F7C4B3-3E7B-47C2-AF7A-DE99A1EFA421}"/>
              </a:ext>
            </a:extLst>
          </p:cNvPr>
          <p:cNvSpPr>
            <a:spLocks noGrp="1"/>
          </p:cNvSpPr>
          <p:nvPr/>
        </p:nvSpPr>
        <p:spPr>
          <a:xfrm>
            <a:off x="11125200" y="6219825"/>
            <a:ext cx="476250" cy="247650"/>
          </a:xfrm>
          <a:prstGeom prst="rect">
            <a:avLst/>
          </a:prstGeom>
          <a:noFill/>
          <a:ln w="0">
            <a:noFill/>
          </a:ln>
        </p:spPr>
        <p:txBody>
          <a:bodyPr anchor="ctr">
            <a:noAutofit/>
          </a:bodyPr>
          <a:lstStyle/>
          <a:p>
            <a:pPr>
              <a:defRPr sz="1200" b="0">
                <a:solidFill>
                  <a:srgbClr val="DEEBE9"/>
                </a:solidFill>
                <a:latin typeface="Bitstream Charter"/>
                <a:ea typeface="Bitstream Charter"/>
                <a:cs typeface="Bitstream Charter"/>
              </a:defRPr>
            </a:pPr>
            <a:r>
              <a:rPr sz="1200" b="0">
                <a:solidFill>
                  <a:srgbClr val="DEEBE9"/>
                </a:solidFill>
                <a:latin typeface="Bitstream Charter"/>
                <a:ea typeface="Bitstream Charter"/>
                <a:cs typeface="Bitstream Charter"/>
              </a:rPr>
              <a:t>07</a:t>
            </a:r>
          </a:p>
        </p:txBody>
      </p:sp>
      <p:sp>
        <p:nvSpPr>
          <p:cNvPr id="2" name="Rectangle 1">
            <a:extLst>
              <a:ext uri="{FF2B5EF4-FFF2-40B4-BE49-F238E27FC236}">
                <a16:creationId xmlns:a16="http://schemas.microsoft.com/office/drawing/2014/main" id="{B8D5E661-A8A8-42C8-AAA7-A426AC6F8EBA}"/>
              </a:ext>
            </a:extLst>
          </p:cNvPr>
          <p:cNvSpPr>
            <a:spLocks noGrp="1"/>
          </p:cNvSpPr>
          <p:nvPr/>
        </p:nvSpPr>
        <p:spPr>
          <a:xfrm>
            <a:off x="666750" y="342900"/>
            <a:ext cx="9525000" cy="285750"/>
          </a:xfrm>
          <a:prstGeom prst="rect">
            <a:avLst/>
          </a:prstGeom>
          <a:noFill/>
          <a:ln w="0">
            <a:noFill/>
          </a:ln>
        </p:spPr>
        <p:txBody>
          <a:bodyPr anchor="ctr">
            <a:noAutofit/>
          </a:bodyPr>
          <a:lstStyle/>
          <a:p>
            <a:pPr>
              <a:defRPr sz="1200" b="1">
                <a:solidFill>
                  <a:srgbClr val="29B7AD"/>
                </a:solidFill>
                <a:latin typeface="Bitstream Charter"/>
                <a:ea typeface="Bitstream Charter"/>
                <a:cs typeface="Bitstream Charter"/>
              </a:defRPr>
            </a:pPr>
            <a:r>
              <a:rPr sz="1200" b="1">
                <a:solidFill>
                  <a:srgbClr val="29B7AD"/>
                </a:solidFill>
                <a:latin typeface="Bitstream Charter"/>
                <a:ea typeface="Bitstream Charter"/>
                <a:cs typeface="Bitstream Charter"/>
              </a:rPr>
              <a:t>THE FIRST ATTEMPT</a:t>
            </a:r>
          </a:p>
        </p:txBody>
      </p:sp>
      <p:sp>
        <p:nvSpPr>
          <p:cNvPr id="3" name="Rectangle 2">
            <a:extLst>
              <a:ext uri="{FF2B5EF4-FFF2-40B4-BE49-F238E27FC236}">
                <a16:creationId xmlns:a16="http://schemas.microsoft.com/office/drawing/2014/main" id="{15BC3760-E25D-415B-AB87-05F3673113EB}"/>
              </a:ext>
            </a:extLst>
          </p:cNvPr>
          <p:cNvSpPr>
            <a:spLocks noGrp="1"/>
          </p:cNvSpPr>
          <p:nvPr/>
        </p:nvSpPr>
        <p:spPr>
          <a:xfrm>
            <a:off x="666750" y="742950"/>
            <a:ext cx="10763250" cy="990600"/>
          </a:xfrm>
          <a:prstGeom prst="rect">
            <a:avLst/>
          </a:prstGeom>
          <a:noFill/>
          <a:ln w="0">
            <a:noFill/>
          </a:ln>
        </p:spPr>
        <p:txBody>
          <a:bodyPr anchor="ctr">
            <a:noAutofit/>
          </a:bodyPr>
          <a:lstStyle/>
          <a:p>
            <a:pPr>
              <a:defRPr sz="3150" b="1">
                <a:solidFill>
                  <a:srgbClr val="FFFFFF"/>
                </a:solidFill>
                <a:latin typeface="Bitstream Charter"/>
                <a:ea typeface="Bitstream Charter"/>
                <a:cs typeface="Bitstream Charter"/>
              </a:defRPr>
            </a:pPr>
            <a:r>
              <a:rPr sz="3150" b="1">
                <a:solidFill>
                  <a:srgbClr val="FFFFFF"/>
                </a:solidFill>
                <a:latin typeface="Bitstream Charter"/>
                <a:ea typeface="Bitstream Charter"/>
                <a:cs typeface="Bitstream Charter"/>
              </a:rPr>
              <a:t>Could the model learn from the moving heart?</a:t>
            </a:r>
          </a:p>
        </p:txBody>
      </p:sp>
      <p:sp>
        <p:nvSpPr>
          <p:cNvPr id="5" name="Rectangle 4">
            <a:extLst>
              <a:ext uri="{FF2B5EF4-FFF2-40B4-BE49-F238E27FC236}">
                <a16:creationId xmlns:a16="http://schemas.microsoft.com/office/drawing/2014/main" id="{D1E2E53C-5F43-4E84-8F73-91255C5E47E4}"/>
              </a:ext>
            </a:extLst>
          </p:cNvPr>
          <p:cNvSpPr>
            <a:spLocks noGrp="1"/>
          </p:cNvSpPr>
          <p:nvPr/>
        </p:nvSpPr>
        <p:spPr>
          <a:xfrm>
            <a:off x="819150" y="5191125"/>
            <a:ext cx="2857500" cy="381000"/>
          </a:xfrm>
          <a:prstGeom prst="rect">
            <a:avLst/>
          </a:prstGeom>
          <a:noFill/>
          <a:ln w="0">
            <a:noFill/>
          </a:ln>
        </p:spPr>
        <p:txBody>
          <a:bodyPr anchor="ctr">
            <a:noAutofit/>
          </a:bodyPr>
          <a:lstStyle/>
          <a:p>
            <a:pPr>
              <a:defRPr sz="1650" b="0">
                <a:solidFill>
                  <a:srgbClr val="DEEBE9"/>
                </a:solidFill>
                <a:latin typeface="Bitstream Charter"/>
                <a:ea typeface="Bitstream Charter"/>
                <a:cs typeface="Bitstream Charter"/>
              </a:defRPr>
            </a:pPr>
            <a:r>
              <a:rPr sz="1650" b="0">
                <a:solidFill>
                  <a:srgbClr val="DEEBE9"/>
                </a:solidFill>
                <a:latin typeface="Bitstream Charter"/>
                <a:ea typeface="Bitstream Charter"/>
                <a:cs typeface="Bitstream Charter"/>
              </a:rPr>
              <a:t>Echo video</a:t>
            </a:r>
          </a:p>
        </p:txBody>
      </p:sp>
      <p:sp>
        <p:nvSpPr>
          <p:cNvPr id="6" name="Rectangle 5">
            <a:extLst>
              <a:ext uri="{FF2B5EF4-FFF2-40B4-BE49-F238E27FC236}">
                <a16:creationId xmlns:a16="http://schemas.microsoft.com/office/drawing/2014/main" id="{98D69E80-795A-4092-B066-6973FEC29E2E}"/>
              </a:ext>
            </a:extLst>
          </p:cNvPr>
          <p:cNvSpPr>
            <a:spLocks noGrp="1"/>
          </p:cNvSpPr>
          <p:nvPr/>
        </p:nvSpPr>
        <p:spPr>
          <a:xfrm>
            <a:off x="5573863" y="2238375"/>
            <a:ext cx="2517198" cy="1333500"/>
          </a:xfrm>
          <a:prstGeom prst="rect">
            <a:avLst/>
          </a:prstGeom>
          <a:noFill/>
          <a:ln w="0">
            <a:noFill/>
          </a:ln>
        </p:spPr>
        <p:txBody>
          <a:bodyPr anchor="ctr">
            <a:noAutofit/>
          </a:bodyPr>
          <a:lstStyle/>
          <a:p>
            <a:pPr>
              <a:defRPr sz="2550" b="1">
                <a:solidFill>
                  <a:srgbClr val="FFFFFF"/>
                </a:solidFill>
                <a:latin typeface="Bitstream Charter"/>
                <a:ea typeface="Bitstream Charter"/>
                <a:cs typeface="Bitstream Charter"/>
              </a:defRPr>
            </a:pPr>
            <a:r>
              <a:rPr sz="2550" b="1" dirty="0">
                <a:solidFill>
                  <a:srgbClr val="FFFFFF"/>
                </a:solidFill>
                <a:latin typeface="Bitstream Charter"/>
                <a:ea typeface="Bitstream Charter"/>
                <a:cs typeface="Bitstream Charter"/>
              </a:rPr>
              <a:t>Estimate cycles</a:t>
            </a:r>
          </a:p>
          <a:p>
            <a:pPr>
              <a:defRPr sz="2550" b="1">
                <a:solidFill>
                  <a:srgbClr val="FFFFFF"/>
                </a:solidFill>
                <a:latin typeface="Bitstream Charter"/>
                <a:ea typeface="Bitstream Charter"/>
                <a:cs typeface="Bitstream Charter"/>
              </a:defRPr>
            </a:pPr>
            <a:r>
              <a:rPr sz="2550" b="1" dirty="0">
                <a:solidFill>
                  <a:srgbClr val="FFFFFF"/>
                </a:solidFill>
                <a:latin typeface="Bitstream Charter"/>
                <a:ea typeface="Bitstream Charter"/>
                <a:cs typeface="Bitstream Charter"/>
              </a:rPr>
              <a:t>and ED / ES</a:t>
            </a:r>
          </a:p>
        </p:txBody>
      </p:sp>
      <p:sp>
        <p:nvSpPr>
          <p:cNvPr id="7" name="Rectangle 6">
            <a:extLst>
              <a:ext uri="{FF2B5EF4-FFF2-40B4-BE49-F238E27FC236}">
                <a16:creationId xmlns:a16="http://schemas.microsoft.com/office/drawing/2014/main" id="{636EB583-B375-4568-AB0A-41BFFF589854}"/>
              </a:ext>
            </a:extLst>
          </p:cNvPr>
          <p:cNvSpPr>
            <a:spLocks noGrp="1"/>
          </p:cNvSpPr>
          <p:nvPr/>
        </p:nvSpPr>
        <p:spPr>
          <a:xfrm>
            <a:off x="8334375" y="2238375"/>
            <a:ext cx="3143250" cy="1333500"/>
          </a:xfrm>
          <a:prstGeom prst="rect">
            <a:avLst/>
          </a:prstGeom>
          <a:noFill/>
          <a:ln w="0">
            <a:noFill/>
          </a:ln>
        </p:spPr>
        <p:txBody>
          <a:bodyPr anchor="ctr">
            <a:noAutofit/>
          </a:bodyPr>
          <a:lstStyle/>
          <a:p>
            <a:pPr>
              <a:defRPr sz="2550" b="1">
                <a:solidFill>
                  <a:srgbClr val="FFFFFF"/>
                </a:solidFill>
                <a:latin typeface="Bitstream Charter"/>
                <a:ea typeface="Bitstream Charter"/>
                <a:cs typeface="Bitstream Charter"/>
              </a:defRPr>
            </a:pPr>
            <a:r>
              <a:rPr sz="2550" b="1">
                <a:solidFill>
                  <a:srgbClr val="FFFFFF"/>
                </a:solidFill>
                <a:latin typeface="Bitstream Charter"/>
                <a:ea typeface="Bitstream Charter"/>
                <a:cs typeface="Bitstream Charter"/>
              </a:rPr>
              <a:t>TimeSformer</a:t>
            </a:r>
          </a:p>
          <a:p>
            <a:pPr>
              <a:defRPr sz="2550" b="1">
                <a:solidFill>
                  <a:srgbClr val="FFFFFF"/>
                </a:solidFill>
                <a:latin typeface="Bitstream Charter"/>
                <a:ea typeface="Bitstream Charter"/>
                <a:cs typeface="Bitstream Charter"/>
              </a:defRPr>
            </a:pPr>
            <a:r>
              <a:rPr sz="2550" b="1">
                <a:solidFill>
                  <a:srgbClr val="FFFFFF"/>
                </a:solidFill>
                <a:latin typeface="Bitstream Charter"/>
                <a:ea typeface="Bitstream Charter"/>
                <a:cs typeface="Bitstream Charter"/>
              </a:rPr>
              <a:t>video model</a:t>
            </a:r>
          </a:p>
        </p:txBody>
      </p:sp>
      <p:sp>
        <p:nvSpPr>
          <p:cNvPr id="8" name="Rectangle 7">
            <a:extLst>
              <a:ext uri="{FF2B5EF4-FFF2-40B4-BE49-F238E27FC236}">
                <a16:creationId xmlns:a16="http://schemas.microsoft.com/office/drawing/2014/main" id="{8711B974-2DB0-4EE0-B546-9367E617F7A4}"/>
              </a:ext>
            </a:extLst>
          </p:cNvPr>
          <p:cNvSpPr>
            <a:spLocks noGrp="1"/>
          </p:cNvSpPr>
          <p:nvPr/>
        </p:nvSpPr>
        <p:spPr>
          <a:xfrm>
            <a:off x="5573863" y="4305300"/>
            <a:ext cx="5789462" cy="1190625"/>
          </a:xfrm>
          <a:prstGeom prst="rect">
            <a:avLst/>
          </a:prstGeom>
          <a:noFill/>
          <a:ln w="0">
            <a:noFill/>
          </a:ln>
        </p:spPr>
        <p:txBody>
          <a:bodyPr anchor="ctr">
            <a:noAutofit/>
          </a:bodyPr>
          <a:lstStyle/>
          <a:p>
            <a:pPr>
              <a:defRPr sz="1875" b="0">
                <a:solidFill>
                  <a:srgbClr val="DEEBE9"/>
                </a:solidFill>
                <a:latin typeface="Bitstream Charter"/>
                <a:ea typeface="Bitstream Charter"/>
                <a:cs typeface="Bitstream Charter"/>
              </a:defRPr>
            </a:pPr>
            <a:r>
              <a:rPr sz="1875" b="0" dirty="0">
                <a:solidFill>
                  <a:srgbClr val="DEEBE9"/>
                </a:solidFill>
                <a:latin typeface="Bitstream Charter"/>
                <a:ea typeface="Bitstream Charter"/>
                <a:cs typeface="Bitstream Charter"/>
              </a:rPr>
              <a:t>The ED and ES frames came from maximum/minimum image proxies,</a:t>
            </a:r>
          </a:p>
          <a:p>
            <a:pPr>
              <a:defRPr sz="1875" b="0">
                <a:solidFill>
                  <a:srgbClr val="DEEBE9"/>
                </a:solidFill>
                <a:latin typeface="Bitstream Charter"/>
                <a:ea typeface="Bitstream Charter"/>
                <a:cs typeface="Bitstream Charter"/>
              </a:defRPr>
            </a:pPr>
            <a:r>
              <a:rPr sz="1875" b="0" dirty="0">
                <a:solidFill>
                  <a:srgbClr val="DEEBE9"/>
                </a:solidFill>
                <a:latin typeface="Bitstream Charter"/>
                <a:ea typeface="Bitstream Charter"/>
                <a:cs typeface="Bitstream Charter"/>
              </a:rPr>
              <a:t>not manual annotations.</a:t>
            </a:r>
          </a:p>
        </p:txBody>
      </p:sp>
      <p:pic>
        <p:nvPicPr>
          <p:cNvPr id="10" name="Picture 9">
            <a:extLst>
              <a:ext uri="{FF2B5EF4-FFF2-40B4-BE49-F238E27FC236}">
                <a16:creationId xmlns:a16="http://schemas.microsoft.com/office/drawing/2014/main" id="{F449CF97-281E-B90E-36EB-DCDDB14BD4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810" y="1966780"/>
            <a:ext cx="4276725" cy="3187700"/>
          </a:xfrm>
          <a:prstGeom prst="rect">
            <a:avLst/>
          </a:prstGeom>
        </p:spPr>
      </p:pic>
    </p:spTree>
    <p:extLst>
      <p:ext uri="{BB962C8B-B14F-4D97-AF65-F5344CB8AC3E}">
        <p14:creationId xmlns:p14="http://schemas.microsoft.com/office/powerpoint/2010/main" val="1435430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
        <p:nvSpPr>
          <p:cNvPr id="3" name="Rectangle 2">
            <a:extLst>
              <a:ext uri="{FF2B5EF4-FFF2-40B4-BE49-F238E27FC236}">
                <a16:creationId xmlns:a16="http://schemas.microsoft.com/office/drawing/2014/main" id="{5F70585D-DF80-926D-CA79-46D88CE90812}"/>
              </a:ext>
            </a:extLst>
          </p:cNvPr>
          <p:cNvSpPr>
            <a:spLocks noGrp="1"/>
          </p:cNvSpPr>
          <p:nvPr/>
        </p:nvSpPr>
        <p:spPr>
          <a:xfrm>
            <a:off x="11425247" y="6291265"/>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lang="en-US" sz="1200" b="0" dirty="0">
                <a:solidFill>
                  <a:srgbClr val="577181"/>
                </a:solidFill>
                <a:latin typeface="Bitstream Charter"/>
                <a:ea typeface="Bitstream Charter"/>
                <a:cs typeface="Bitstream Charter"/>
              </a:rPr>
              <a:t>08</a:t>
            </a:r>
            <a:endParaRPr sz="1200" b="0" dirty="0">
              <a:solidFill>
                <a:srgbClr val="577181"/>
              </a:solidFill>
              <a:latin typeface="Bitstream Charter"/>
              <a:ea typeface="Bitstream Charter"/>
              <a:cs typeface="Bitstream Charter"/>
            </a:endParaRPr>
          </a:p>
        </p:txBody>
      </p:sp>
    </p:spTree>
    <p:extLst>
      <p:ext uri="{BB962C8B-B14F-4D97-AF65-F5344CB8AC3E}">
        <p14:creationId xmlns:p14="http://schemas.microsoft.com/office/powerpoint/2010/main" val="4278979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a:extLst>
            <a:ext uri="{FF2B5EF4-FFF2-40B4-BE49-F238E27FC236}">
              <a16:creationId xmlns:a16="http://schemas.microsoft.com/office/drawing/2014/main" id="{5C3FB52D-1CE8-E21B-3C99-70D9D87B985F}"/>
            </a:ext>
          </a:extLst>
        </p:cNvPr>
        <p:cNvGrpSpPr/>
        <p:nvPr/>
      </p:nvGrpSpPr>
      <p:grpSpPr>
        <a:xfrm>
          <a:off x="0" y="0"/>
          <a:ext cx="0" cy="0"/>
          <a:chOff x="0" y="0"/>
          <a:chExt cx="0" cy="0"/>
        </a:xfrm>
      </p:grpSpPr>
      <p:graphicFrame>
        <p:nvGraphicFramePr>
          <p:cNvPr id="19" name="Diagram 18">
            <a:extLst>
              <a:ext uri="{FF2B5EF4-FFF2-40B4-BE49-F238E27FC236}">
                <a16:creationId xmlns:a16="http://schemas.microsoft.com/office/drawing/2014/main" id="{7767F530-4EF1-2752-0DC1-3667E447D17E}"/>
              </a:ext>
            </a:extLst>
          </p:cNvPr>
          <p:cNvGraphicFramePr/>
          <p:nvPr>
            <p:extLst>
              <p:ext uri="{D42A27DB-BD31-4B8C-83A1-F6EECF244321}">
                <p14:modId xmlns:p14="http://schemas.microsoft.com/office/powerpoint/2010/main" val="3308032227"/>
              </p:ext>
            </p:extLst>
          </p:nvPr>
        </p:nvGraphicFramePr>
        <p:xfrm>
          <a:off x="666750" y="719666"/>
          <a:ext cx="11317432" cy="59166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 name="Rectangle 27">
            <a:extLst>
              <a:ext uri="{FF2B5EF4-FFF2-40B4-BE49-F238E27FC236}">
                <a16:creationId xmlns:a16="http://schemas.microsoft.com/office/drawing/2014/main" id="{28954561-062D-E093-DB79-82A1BAC3D79D}"/>
              </a:ext>
            </a:extLst>
          </p:cNvPr>
          <p:cNvSpPr>
            <a:spLocks noGrp="1"/>
          </p:cNvSpPr>
          <p:nvPr/>
        </p:nvSpPr>
        <p:spPr>
          <a:xfrm>
            <a:off x="11125200" y="6219825"/>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sz="1200" b="0" dirty="0">
                <a:solidFill>
                  <a:srgbClr val="577181"/>
                </a:solidFill>
                <a:latin typeface="Bitstream Charter"/>
                <a:ea typeface="Bitstream Charter"/>
                <a:cs typeface="Bitstream Charter"/>
              </a:rPr>
              <a:t>0</a:t>
            </a:r>
            <a:r>
              <a:rPr lang="en-US" sz="1200" b="0" dirty="0">
                <a:solidFill>
                  <a:srgbClr val="577181"/>
                </a:solidFill>
                <a:latin typeface="Bitstream Charter"/>
                <a:ea typeface="Bitstream Charter"/>
                <a:cs typeface="Bitstream Charter"/>
              </a:rPr>
              <a:t>9</a:t>
            </a:r>
            <a:endParaRPr sz="1200" b="0" dirty="0">
              <a:solidFill>
                <a:srgbClr val="577181"/>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C9162EF2-6C9E-A9CB-7C47-441F22241DD5}"/>
              </a:ext>
            </a:extLst>
          </p:cNvPr>
          <p:cNvSpPr>
            <a:spLocks noGrp="1"/>
          </p:cNvSpPr>
          <p:nvPr/>
        </p:nvSpPr>
        <p:spPr>
          <a:xfrm>
            <a:off x="1094505" y="121179"/>
            <a:ext cx="10598728" cy="729191"/>
          </a:xfrm>
          <a:prstGeom prst="rect">
            <a:avLst/>
          </a:prstGeom>
          <a:noFill/>
          <a:ln w="0">
            <a:noFill/>
          </a:ln>
        </p:spPr>
        <p:txBody>
          <a:bodyPr anchor="ctr">
            <a:noAutofit/>
          </a:bodyPr>
          <a:lstStyle/>
          <a:p>
            <a:pPr>
              <a:defRPr sz="3150" b="1">
                <a:solidFill>
                  <a:srgbClr val="173249"/>
                </a:solidFill>
                <a:latin typeface="Bitstream Charter"/>
                <a:ea typeface="Bitstream Charter"/>
                <a:cs typeface="Bitstream Charter"/>
              </a:defRPr>
            </a:pPr>
            <a:r>
              <a:rPr lang="en-US" sz="3150" b="1" dirty="0">
                <a:solidFill>
                  <a:srgbClr val="173249"/>
                </a:solidFill>
                <a:latin typeface="Bitstream Charter"/>
                <a:ea typeface="Bitstream Charter"/>
                <a:cs typeface="Bitstream Charter"/>
              </a:rPr>
              <a:t>How can fine-tuning a foundation model improve diagnosis?</a:t>
            </a:r>
            <a:endParaRPr sz="3150" b="1" dirty="0">
              <a:solidFill>
                <a:srgbClr val="173249"/>
              </a:solidFill>
              <a:latin typeface="Bitstream Charter"/>
              <a:ea typeface="Bitstream Charter"/>
              <a:cs typeface="Bitstream Charter"/>
            </a:endParaRPr>
          </a:p>
        </p:txBody>
      </p:sp>
    </p:spTree>
    <p:extLst>
      <p:ext uri="{BB962C8B-B14F-4D97-AF65-F5344CB8AC3E}">
        <p14:creationId xmlns:p14="http://schemas.microsoft.com/office/powerpoint/2010/main" val="1681727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
        <p:nvSpPr>
          <p:cNvPr id="3" name="Rectangle 2">
            <a:extLst>
              <a:ext uri="{FF2B5EF4-FFF2-40B4-BE49-F238E27FC236}">
                <a16:creationId xmlns:a16="http://schemas.microsoft.com/office/drawing/2014/main" id="{0B719B7E-3398-9EF7-A81E-7BF166A48D07}"/>
              </a:ext>
            </a:extLst>
          </p:cNvPr>
          <p:cNvSpPr>
            <a:spLocks noGrp="1"/>
          </p:cNvSpPr>
          <p:nvPr/>
        </p:nvSpPr>
        <p:spPr>
          <a:xfrm>
            <a:off x="11268075" y="6291263"/>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lang="en-US" sz="1200" dirty="0">
                <a:solidFill>
                  <a:srgbClr val="577181"/>
                </a:solidFill>
                <a:latin typeface="Bitstream Charter"/>
                <a:ea typeface="Bitstream Charter"/>
                <a:cs typeface="Bitstream Charter"/>
              </a:rPr>
              <a:t>10</a:t>
            </a:r>
            <a:endParaRPr sz="1200" b="0" dirty="0">
              <a:solidFill>
                <a:srgbClr val="577181"/>
              </a:solidFill>
              <a:latin typeface="Bitstream Charter"/>
              <a:ea typeface="Bitstream Charter"/>
              <a:cs typeface="Bitstream Charter"/>
            </a:endParaRPr>
          </a:p>
        </p:txBody>
      </p:sp>
    </p:spTree>
    <p:extLst>
      <p:ext uri="{BB962C8B-B14F-4D97-AF65-F5344CB8AC3E}">
        <p14:creationId xmlns:p14="http://schemas.microsoft.com/office/powerpoint/2010/main" val="435164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E75A812-14A7-4515-AE3D-B60A855ECF83}"/>
              </a:ext>
            </a:extLst>
          </p:cNvPr>
          <p:cNvSpPr>
            <a:spLocks noGrp="1"/>
          </p:cNvSpPr>
          <p:nvPr/>
        </p:nvSpPr>
        <p:spPr>
          <a:xfrm>
            <a:off x="11125200" y="6219825"/>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sz="1200" b="0" dirty="0">
                <a:solidFill>
                  <a:srgbClr val="577181"/>
                </a:solidFill>
                <a:latin typeface="Bitstream Charter"/>
                <a:ea typeface="Bitstream Charter"/>
                <a:cs typeface="Bitstream Charter"/>
              </a:rPr>
              <a:t>1</a:t>
            </a:r>
            <a:r>
              <a:rPr lang="en-US" sz="1200" b="0" dirty="0">
                <a:solidFill>
                  <a:srgbClr val="577181"/>
                </a:solidFill>
                <a:latin typeface="Bitstream Charter"/>
                <a:ea typeface="Bitstream Charter"/>
                <a:cs typeface="Bitstream Charter"/>
              </a:rPr>
              <a:t>1</a:t>
            </a:r>
            <a:endParaRPr sz="1200" b="0" dirty="0">
              <a:solidFill>
                <a:srgbClr val="577181"/>
              </a:solidFill>
              <a:latin typeface="Bitstream Charter"/>
              <a:ea typeface="Bitstream Charter"/>
              <a:cs typeface="Bitstream Charter"/>
            </a:endParaRPr>
          </a:p>
        </p:txBody>
      </p:sp>
      <p:sp>
        <p:nvSpPr>
          <p:cNvPr id="2" name="Rectangle 1">
            <a:extLst>
              <a:ext uri="{FF2B5EF4-FFF2-40B4-BE49-F238E27FC236}">
                <a16:creationId xmlns:a16="http://schemas.microsoft.com/office/drawing/2014/main" id="{0D826938-8C54-44C2-8418-121F04D6B6B4}"/>
              </a:ext>
            </a:extLst>
          </p:cNvPr>
          <p:cNvSpPr>
            <a:spLocks noGrp="1"/>
          </p:cNvSpPr>
          <p:nvPr/>
        </p:nvSpPr>
        <p:spPr>
          <a:xfrm>
            <a:off x="666750" y="342900"/>
            <a:ext cx="9525000" cy="285750"/>
          </a:xfrm>
          <a:prstGeom prst="rect">
            <a:avLst/>
          </a:prstGeom>
          <a:noFill/>
          <a:ln w="0">
            <a:noFill/>
          </a:ln>
        </p:spPr>
        <p:txBody>
          <a:bodyPr anchor="ctr">
            <a:noAutofit/>
          </a:bodyPr>
          <a:lstStyle/>
          <a:p>
            <a:pPr>
              <a:defRPr sz="1200" b="1">
                <a:solidFill>
                  <a:srgbClr val="245D78"/>
                </a:solidFill>
                <a:latin typeface="Bitstream Charter"/>
                <a:ea typeface="Bitstream Charter"/>
                <a:cs typeface="Bitstream Charter"/>
              </a:defRPr>
            </a:pPr>
            <a:r>
              <a:rPr sz="1200" b="1">
                <a:solidFill>
                  <a:srgbClr val="245D78"/>
                </a:solidFill>
                <a:latin typeface="Bitstream Charter"/>
                <a:ea typeface="Bitstream Charter"/>
                <a:cs typeface="Bitstream Charter"/>
              </a:rPr>
              <a:t>BRANCH TWO</a:t>
            </a:r>
          </a:p>
        </p:txBody>
      </p:sp>
      <p:sp>
        <p:nvSpPr>
          <p:cNvPr id="3" name="Rectangle 2">
            <a:extLst>
              <a:ext uri="{FF2B5EF4-FFF2-40B4-BE49-F238E27FC236}">
                <a16:creationId xmlns:a16="http://schemas.microsoft.com/office/drawing/2014/main" id="{BDF10542-9935-44DD-BB78-E400E505CB5C}"/>
              </a:ext>
            </a:extLst>
          </p:cNvPr>
          <p:cNvSpPr>
            <a:spLocks noGrp="1"/>
          </p:cNvSpPr>
          <p:nvPr/>
        </p:nvSpPr>
        <p:spPr>
          <a:xfrm>
            <a:off x="666750" y="742950"/>
            <a:ext cx="10763250" cy="990600"/>
          </a:xfrm>
          <a:prstGeom prst="rect">
            <a:avLst/>
          </a:prstGeom>
          <a:noFill/>
          <a:ln w="0">
            <a:noFill/>
          </a:ln>
        </p:spPr>
        <p:txBody>
          <a:bodyPr anchor="ctr">
            <a:noAutofit/>
          </a:bodyPr>
          <a:lstStyle/>
          <a:p>
            <a:pPr>
              <a:defRPr sz="3150" b="1">
                <a:solidFill>
                  <a:srgbClr val="173249"/>
                </a:solidFill>
                <a:latin typeface="Bitstream Charter"/>
                <a:ea typeface="Bitstream Charter"/>
                <a:cs typeface="Bitstream Charter"/>
              </a:defRPr>
            </a:pPr>
            <a:r>
              <a:rPr sz="3150" b="1">
                <a:solidFill>
                  <a:srgbClr val="173249"/>
                </a:solidFill>
                <a:latin typeface="Bitstream Charter"/>
                <a:ea typeface="Bitstream Charter"/>
                <a:cs typeface="Bitstream Charter"/>
              </a:rPr>
              <a:t>New local data unlocked a cleaner three-class study</a:t>
            </a:r>
          </a:p>
        </p:txBody>
      </p:sp>
      <p:sp>
        <p:nvSpPr>
          <p:cNvPr id="4" name="Rectangle 3">
            <a:extLst>
              <a:ext uri="{FF2B5EF4-FFF2-40B4-BE49-F238E27FC236}">
                <a16:creationId xmlns:a16="http://schemas.microsoft.com/office/drawing/2014/main" id="{D41B428B-5BB1-4DF4-8C9C-F157964D6E19}"/>
              </a:ext>
            </a:extLst>
          </p:cNvPr>
          <p:cNvSpPr>
            <a:spLocks noGrp="1"/>
          </p:cNvSpPr>
          <p:nvPr/>
        </p:nvSpPr>
        <p:spPr>
          <a:xfrm>
            <a:off x="790575" y="2266950"/>
            <a:ext cx="3143250" cy="428625"/>
          </a:xfrm>
          <a:prstGeom prst="rect">
            <a:avLst/>
          </a:prstGeom>
          <a:noFill/>
          <a:ln w="0">
            <a:noFill/>
          </a:ln>
        </p:spPr>
        <p:txBody>
          <a:bodyPr anchor="ctr">
            <a:noAutofit/>
          </a:bodyPr>
          <a:lstStyle/>
          <a:p>
            <a:pPr>
              <a:defRPr sz="1575" b="1">
                <a:solidFill>
                  <a:srgbClr val="245D78"/>
                </a:solidFill>
                <a:latin typeface="Bitstream Charter"/>
                <a:ea typeface="Bitstream Charter"/>
                <a:cs typeface="Bitstream Charter"/>
              </a:defRPr>
            </a:pPr>
            <a:r>
              <a:rPr sz="1575" b="1">
                <a:solidFill>
                  <a:srgbClr val="245D78"/>
                </a:solidFill>
                <a:latin typeface="Bitstream Charter"/>
                <a:ea typeface="Bitstream Charter"/>
                <a:cs typeface="Bitstream Charter"/>
              </a:rPr>
              <a:t>HEALTHY</a:t>
            </a:r>
          </a:p>
        </p:txBody>
      </p:sp>
      <p:sp>
        <p:nvSpPr>
          <p:cNvPr id="5" name="Rectangle 4">
            <a:extLst>
              <a:ext uri="{FF2B5EF4-FFF2-40B4-BE49-F238E27FC236}">
                <a16:creationId xmlns:a16="http://schemas.microsoft.com/office/drawing/2014/main" id="{3C7495A3-9E92-4AA4-8541-DF034E15E504}"/>
              </a:ext>
            </a:extLst>
          </p:cNvPr>
          <p:cNvSpPr>
            <a:spLocks noGrp="1"/>
          </p:cNvSpPr>
          <p:nvPr/>
        </p:nvSpPr>
        <p:spPr>
          <a:xfrm>
            <a:off x="790575" y="2857500"/>
            <a:ext cx="3048000" cy="895350"/>
          </a:xfrm>
          <a:prstGeom prst="rect">
            <a:avLst/>
          </a:prstGeom>
          <a:noFill/>
          <a:ln w="0">
            <a:noFill/>
          </a:ln>
        </p:spPr>
        <p:txBody>
          <a:bodyPr anchor="ctr">
            <a:noAutofit/>
          </a:bodyPr>
          <a:lstStyle/>
          <a:p>
            <a:pPr>
              <a:defRPr sz="4650" b="1">
                <a:solidFill>
                  <a:srgbClr val="173249"/>
                </a:solidFill>
                <a:latin typeface="Bitstream Charter"/>
                <a:ea typeface="Bitstream Charter"/>
                <a:cs typeface="Bitstream Charter"/>
              </a:defRPr>
            </a:pPr>
            <a:r>
              <a:rPr sz="4650" b="1">
                <a:solidFill>
                  <a:srgbClr val="173249"/>
                </a:solidFill>
                <a:latin typeface="Bitstream Charter"/>
                <a:ea typeface="Bitstream Charter"/>
                <a:cs typeface="Bitstream Charter"/>
              </a:rPr>
              <a:t>≈200</a:t>
            </a:r>
          </a:p>
        </p:txBody>
      </p:sp>
      <p:sp>
        <p:nvSpPr>
          <p:cNvPr id="6" name="Rectangle 5">
            <a:extLst>
              <a:ext uri="{FF2B5EF4-FFF2-40B4-BE49-F238E27FC236}">
                <a16:creationId xmlns:a16="http://schemas.microsoft.com/office/drawing/2014/main" id="{682797DE-9DC6-4351-A902-F58E7E4F11C0}"/>
              </a:ext>
            </a:extLst>
          </p:cNvPr>
          <p:cNvSpPr>
            <a:spLocks noGrp="1"/>
          </p:cNvSpPr>
          <p:nvPr/>
        </p:nvSpPr>
        <p:spPr>
          <a:xfrm>
            <a:off x="4610100" y="2266950"/>
            <a:ext cx="3048000" cy="428625"/>
          </a:xfrm>
          <a:prstGeom prst="rect">
            <a:avLst/>
          </a:prstGeom>
          <a:noFill/>
          <a:ln w="0">
            <a:noFill/>
          </a:ln>
        </p:spPr>
        <p:txBody>
          <a:bodyPr anchor="ctr">
            <a:noAutofit/>
          </a:bodyPr>
          <a:lstStyle/>
          <a:p>
            <a:pPr>
              <a:defRPr sz="1575" b="1">
                <a:solidFill>
                  <a:srgbClr val="245D78"/>
                </a:solidFill>
                <a:latin typeface="Bitstream Charter"/>
                <a:ea typeface="Bitstream Charter"/>
                <a:cs typeface="Bitstream Charter"/>
              </a:defRPr>
            </a:pPr>
            <a:r>
              <a:rPr sz="1575" b="1">
                <a:solidFill>
                  <a:srgbClr val="245D78"/>
                </a:solidFill>
                <a:latin typeface="Bitstream Charter"/>
                <a:ea typeface="Bitstream Charter"/>
                <a:cs typeface="Bitstream Charter"/>
              </a:rPr>
              <a:t>HFrEF</a:t>
            </a:r>
          </a:p>
        </p:txBody>
      </p:sp>
      <p:sp>
        <p:nvSpPr>
          <p:cNvPr id="7" name="Rectangle 6">
            <a:extLst>
              <a:ext uri="{FF2B5EF4-FFF2-40B4-BE49-F238E27FC236}">
                <a16:creationId xmlns:a16="http://schemas.microsoft.com/office/drawing/2014/main" id="{155A0F74-62EA-4B9D-8641-AC8E9B8395B9}"/>
              </a:ext>
            </a:extLst>
          </p:cNvPr>
          <p:cNvSpPr>
            <a:spLocks noGrp="1"/>
          </p:cNvSpPr>
          <p:nvPr/>
        </p:nvSpPr>
        <p:spPr>
          <a:xfrm>
            <a:off x="4610100" y="2857500"/>
            <a:ext cx="3048000" cy="895350"/>
          </a:xfrm>
          <a:prstGeom prst="rect">
            <a:avLst/>
          </a:prstGeom>
          <a:noFill/>
          <a:ln w="0">
            <a:noFill/>
          </a:ln>
        </p:spPr>
        <p:txBody>
          <a:bodyPr anchor="ctr">
            <a:noAutofit/>
          </a:bodyPr>
          <a:lstStyle/>
          <a:p>
            <a:pPr>
              <a:defRPr sz="4650" b="1">
                <a:solidFill>
                  <a:srgbClr val="173249"/>
                </a:solidFill>
                <a:latin typeface="Bitstream Charter"/>
                <a:ea typeface="Bitstream Charter"/>
                <a:cs typeface="Bitstream Charter"/>
              </a:defRPr>
            </a:pPr>
            <a:r>
              <a:rPr sz="4650" b="1">
                <a:solidFill>
                  <a:srgbClr val="173249"/>
                </a:solidFill>
                <a:latin typeface="Bitstream Charter"/>
                <a:ea typeface="Bitstream Charter"/>
                <a:cs typeface="Bitstream Charter"/>
              </a:rPr>
              <a:t>≈200</a:t>
            </a:r>
          </a:p>
        </p:txBody>
      </p:sp>
      <p:sp>
        <p:nvSpPr>
          <p:cNvPr id="8" name="Rectangle 7">
            <a:extLst>
              <a:ext uri="{FF2B5EF4-FFF2-40B4-BE49-F238E27FC236}">
                <a16:creationId xmlns:a16="http://schemas.microsoft.com/office/drawing/2014/main" id="{D1BAD816-2F19-4945-B2C9-D29EF03B622E}"/>
              </a:ext>
            </a:extLst>
          </p:cNvPr>
          <p:cNvSpPr>
            <a:spLocks noGrp="1"/>
          </p:cNvSpPr>
          <p:nvPr/>
        </p:nvSpPr>
        <p:spPr>
          <a:xfrm>
            <a:off x="8439150" y="2266950"/>
            <a:ext cx="2952750" cy="428625"/>
          </a:xfrm>
          <a:prstGeom prst="rect">
            <a:avLst/>
          </a:prstGeom>
          <a:noFill/>
          <a:ln w="0">
            <a:noFill/>
          </a:ln>
        </p:spPr>
        <p:txBody>
          <a:bodyPr anchor="ctr">
            <a:noAutofit/>
          </a:bodyPr>
          <a:lstStyle/>
          <a:p>
            <a:pPr>
              <a:defRPr sz="1575" b="1">
                <a:solidFill>
                  <a:srgbClr val="245D78"/>
                </a:solidFill>
                <a:latin typeface="Bitstream Charter"/>
                <a:ea typeface="Bitstream Charter"/>
                <a:cs typeface="Bitstream Charter"/>
              </a:defRPr>
            </a:pPr>
            <a:r>
              <a:rPr sz="1575" b="1">
                <a:solidFill>
                  <a:srgbClr val="245D78"/>
                </a:solidFill>
                <a:latin typeface="Bitstream Charter"/>
                <a:ea typeface="Bitstream Charter"/>
                <a:cs typeface="Bitstream Charter"/>
              </a:rPr>
              <a:t>HFpEF</a:t>
            </a:r>
          </a:p>
        </p:txBody>
      </p:sp>
      <p:sp>
        <p:nvSpPr>
          <p:cNvPr id="9" name="Rectangle 8">
            <a:extLst>
              <a:ext uri="{FF2B5EF4-FFF2-40B4-BE49-F238E27FC236}">
                <a16:creationId xmlns:a16="http://schemas.microsoft.com/office/drawing/2014/main" id="{41F3C839-E614-463E-B92D-0002562BD07C}"/>
              </a:ext>
            </a:extLst>
          </p:cNvPr>
          <p:cNvSpPr>
            <a:spLocks noGrp="1"/>
          </p:cNvSpPr>
          <p:nvPr/>
        </p:nvSpPr>
        <p:spPr>
          <a:xfrm>
            <a:off x="8439150" y="2857500"/>
            <a:ext cx="2952750" cy="895350"/>
          </a:xfrm>
          <a:prstGeom prst="rect">
            <a:avLst/>
          </a:prstGeom>
          <a:noFill/>
          <a:ln w="0">
            <a:noFill/>
          </a:ln>
        </p:spPr>
        <p:txBody>
          <a:bodyPr anchor="ctr">
            <a:noAutofit/>
          </a:bodyPr>
          <a:lstStyle/>
          <a:p>
            <a:pPr>
              <a:defRPr sz="4650" b="1">
                <a:solidFill>
                  <a:srgbClr val="173249"/>
                </a:solidFill>
                <a:latin typeface="Bitstream Charter"/>
                <a:ea typeface="Bitstream Charter"/>
                <a:cs typeface="Bitstream Charter"/>
              </a:defRPr>
            </a:pPr>
            <a:r>
              <a:rPr sz="4650" b="1">
                <a:solidFill>
                  <a:srgbClr val="173249"/>
                </a:solidFill>
                <a:latin typeface="Bitstream Charter"/>
                <a:ea typeface="Bitstream Charter"/>
                <a:cs typeface="Bitstream Charter"/>
              </a:rPr>
              <a:t>≈200</a:t>
            </a:r>
          </a:p>
        </p:txBody>
      </p:sp>
      <p:sp>
        <p:nvSpPr>
          <p:cNvPr id="10" name="Rectangle 9">
            <a:extLst>
              <a:ext uri="{FF2B5EF4-FFF2-40B4-BE49-F238E27FC236}">
                <a16:creationId xmlns:a16="http://schemas.microsoft.com/office/drawing/2014/main" id="{629D9DC1-7968-4BCD-B848-879C6CC89387}"/>
              </a:ext>
            </a:extLst>
          </p:cNvPr>
          <p:cNvSpPr>
            <a:spLocks noGrp="1"/>
          </p:cNvSpPr>
          <p:nvPr/>
        </p:nvSpPr>
        <p:spPr>
          <a:xfrm>
            <a:off x="762000" y="4191000"/>
            <a:ext cx="10572750" cy="47625"/>
          </a:xfrm>
          <a:prstGeom prst="rect">
            <a:avLst/>
          </a:prstGeom>
          <a:solidFill>
            <a:srgbClr val="29B7AD"/>
          </a:solidFill>
          <a:ln w="0">
            <a:noFill/>
          </a:ln>
        </p:spPr>
        <p:txBody>
          <a:bodyPr/>
          <a:lstStyle/>
          <a:p>
            <a:endParaRPr lang="en-US"/>
          </a:p>
        </p:txBody>
      </p:sp>
      <p:sp>
        <p:nvSpPr>
          <p:cNvPr id="11" name="Rectangle 10">
            <a:extLst>
              <a:ext uri="{FF2B5EF4-FFF2-40B4-BE49-F238E27FC236}">
                <a16:creationId xmlns:a16="http://schemas.microsoft.com/office/drawing/2014/main" id="{9F49972D-F7BC-4548-9C70-5C25A292C90C}"/>
              </a:ext>
            </a:extLst>
          </p:cNvPr>
          <p:cNvSpPr>
            <a:spLocks noGrp="1"/>
          </p:cNvSpPr>
          <p:nvPr/>
        </p:nvSpPr>
        <p:spPr>
          <a:xfrm>
            <a:off x="781050" y="4600575"/>
            <a:ext cx="10382250" cy="838200"/>
          </a:xfrm>
          <a:prstGeom prst="rect">
            <a:avLst/>
          </a:prstGeom>
          <a:noFill/>
          <a:ln w="0">
            <a:noFill/>
          </a:ln>
        </p:spPr>
        <p:txBody>
          <a:bodyPr anchor="ctr">
            <a:noAutofit/>
          </a:bodyPr>
          <a:lstStyle/>
          <a:p>
            <a:pPr>
              <a:defRPr sz="2550" b="1">
                <a:solidFill>
                  <a:srgbClr val="245D78"/>
                </a:solidFill>
                <a:latin typeface="Bitstream Charter"/>
                <a:ea typeface="Bitstream Charter"/>
                <a:cs typeface="Bitstream Charter"/>
              </a:defRPr>
            </a:pPr>
            <a:r>
              <a:rPr sz="2550" b="1">
                <a:solidFill>
                  <a:srgbClr val="245D78"/>
                </a:solidFill>
                <a:latin typeface="Bitstream Charter"/>
                <a:ea typeface="Bitstream Charter"/>
                <a:cs typeface="Bitstream Charter"/>
              </a:rPr>
              <a:t>We trained 3D CNN models locally, then tested on a public cohort.</a:t>
            </a:r>
          </a:p>
        </p:txBody>
      </p:sp>
    </p:spTree>
    <p:extLst>
      <p:ext uri="{BB962C8B-B14F-4D97-AF65-F5344CB8AC3E}">
        <p14:creationId xmlns:p14="http://schemas.microsoft.com/office/powerpoint/2010/main" val="667804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
        <p:nvSpPr>
          <p:cNvPr id="3" name="Rectangle 2">
            <a:extLst>
              <a:ext uri="{FF2B5EF4-FFF2-40B4-BE49-F238E27FC236}">
                <a16:creationId xmlns:a16="http://schemas.microsoft.com/office/drawing/2014/main" id="{3F0628F5-57AC-E5C7-2BD9-E1778EF86182}"/>
              </a:ext>
            </a:extLst>
          </p:cNvPr>
          <p:cNvSpPr>
            <a:spLocks noGrp="1"/>
          </p:cNvSpPr>
          <p:nvPr/>
        </p:nvSpPr>
        <p:spPr>
          <a:xfrm>
            <a:off x="11253792" y="6334128"/>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lang="en-US" sz="1200" dirty="0">
                <a:solidFill>
                  <a:srgbClr val="577181"/>
                </a:solidFill>
                <a:latin typeface="Bitstream Charter"/>
                <a:ea typeface="Bitstream Charter"/>
                <a:cs typeface="Bitstream Charter"/>
              </a:rPr>
              <a:t>12</a:t>
            </a:r>
            <a:endParaRPr sz="1200" b="0" dirty="0">
              <a:solidFill>
                <a:srgbClr val="577181"/>
              </a:solidFill>
              <a:latin typeface="Bitstream Charter"/>
              <a:ea typeface="Bitstream Charter"/>
              <a:cs typeface="Bitstream Charter"/>
            </a:endParaRPr>
          </a:p>
        </p:txBody>
      </p:sp>
    </p:spTree>
    <p:extLst>
      <p:ext uri="{BB962C8B-B14F-4D97-AF65-F5344CB8AC3E}">
        <p14:creationId xmlns:p14="http://schemas.microsoft.com/office/powerpoint/2010/main" val="356821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a:extLst>
            <a:ext uri="{FF2B5EF4-FFF2-40B4-BE49-F238E27FC236}">
              <a16:creationId xmlns:a16="http://schemas.microsoft.com/office/drawing/2014/main" id="{018D6390-0CC0-C01E-8BF9-2A9A0DE427A0}"/>
            </a:ext>
          </a:extLst>
        </p:cNvPr>
        <p:cNvGrpSpPr/>
        <p:nvPr/>
      </p:nvGrpSpPr>
      <p:grpSpPr>
        <a:xfrm>
          <a:off x="0" y="0"/>
          <a:ext cx="0" cy="0"/>
          <a:chOff x="0" y="0"/>
          <a:chExt cx="0" cy="0"/>
        </a:xfrm>
      </p:grpSpPr>
      <p:graphicFrame>
        <p:nvGraphicFramePr>
          <p:cNvPr id="19" name="Diagram 18">
            <a:extLst>
              <a:ext uri="{FF2B5EF4-FFF2-40B4-BE49-F238E27FC236}">
                <a16:creationId xmlns:a16="http://schemas.microsoft.com/office/drawing/2014/main" id="{ED195930-8A7F-CC9A-806A-0AF42D5C3E94}"/>
              </a:ext>
            </a:extLst>
          </p:cNvPr>
          <p:cNvGraphicFramePr/>
          <p:nvPr>
            <p:extLst>
              <p:ext uri="{D42A27DB-BD31-4B8C-83A1-F6EECF244321}">
                <p14:modId xmlns:p14="http://schemas.microsoft.com/office/powerpoint/2010/main" val="329764455"/>
              </p:ext>
            </p:extLst>
          </p:nvPr>
        </p:nvGraphicFramePr>
        <p:xfrm>
          <a:off x="666750" y="719666"/>
          <a:ext cx="11317432" cy="59166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 name="Rectangle 27">
            <a:extLst>
              <a:ext uri="{FF2B5EF4-FFF2-40B4-BE49-F238E27FC236}">
                <a16:creationId xmlns:a16="http://schemas.microsoft.com/office/drawing/2014/main" id="{58B6A235-A0A4-D048-8306-37B7DE07A578}"/>
              </a:ext>
            </a:extLst>
          </p:cNvPr>
          <p:cNvSpPr>
            <a:spLocks noGrp="1"/>
          </p:cNvSpPr>
          <p:nvPr/>
        </p:nvSpPr>
        <p:spPr>
          <a:xfrm>
            <a:off x="11125200" y="6219825"/>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lang="en-US" sz="1200" dirty="0">
                <a:solidFill>
                  <a:srgbClr val="577181"/>
                </a:solidFill>
                <a:latin typeface="Bitstream Charter"/>
                <a:ea typeface="Bitstream Charter"/>
                <a:cs typeface="Bitstream Charter"/>
              </a:rPr>
              <a:t>13</a:t>
            </a:r>
            <a:endParaRPr sz="1200" b="0" dirty="0">
              <a:solidFill>
                <a:srgbClr val="577181"/>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1FFE0A4F-75F5-C9C8-0850-95D467FAAFA6}"/>
              </a:ext>
            </a:extLst>
          </p:cNvPr>
          <p:cNvSpPr>
            <a:spLocks noGrp="1"/>
          </p:cNvSpPr>
          <p:nvPr/>
        </p:nvSpPr>
        <p:spPr>
          <a:xfrm>
            <a:off x="2299854" y="121179"/>
            <a:ext cx="6972300" cy="729191"/>
          </a:xfrm>
          <a:prstGeom prst="rect">
            <a:avLst/>
          </a:prstGeom>
          <a:noFill/>
          <a:ln w="0">
            <a:noFill/>
          </a:ln>
        </p:spPr>
        <p:txBody>
          <a:bodyPr anchor="ctr">
            <a:noAutofit/>
          </a:bodyPr>
          <a:lstStyle/>
          <a:p>
            <a:pPr>
              <a:defRPr sz="3150" b="1">
                <a:solidFill>
                  <a:srgbClr val="173249"/>
                </a:solidFill>
                <a:latin typeface="Bitstream Charter"/>
                <a:ea typeface="Bitstream Charter"/>
                <a:cs typeface="Bitstream Charter"/>
              </a:defRPr>
            </a:pPr>
            <a:r>
              <a:rPr sz="3150" b="1" dirty="0">
                <a:solidFill>
                  <a:srgbClr val="173249"/>
                </a:solidFill>
                <a:latin typeface="Bitstream Charter"/>
                <a:ea typeface="Bitstream Charter"/>
                <a:cs typeface="Bitstream Charter"/>
              </a:rPr>
              <a:t>Each answer created the next question</a:t>
            </a:r>
          </a:p>
        </p:txBody>
      </p:sp>
    </p:spTree>
    <p:extLst>
      <p:ext uri="{BB962C8B-B14F-4D97-AF65-F5344CB8AC3E}">
        <p14:creationId xmlns:p14="http://schemas.microsoft.com/office/powerpoint/2010/main" val="4129212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
        <p:nvSpPr>
          <p:cNvPr id="3" name="Rectangle 2">
            <a:extLst>
              <a:ext uri="{FF2B5EF4-FFF2-40B4-BE49-F238E27FC236}">
                <a16:creationId xmlns:a16="http://schemas.microsoft.com/office/drawing/2014/main" id="{3D405CD1-2D4A-D5EC-DC9E-321A6EE08B57}"/>
              </a:ext>
            </a:extLst>
          </p:cNvPr>
          <p:cNvSpPr>
            <a:spLocks noGrp="1"/>
          </p:cNvSpPr>
          <p:nvPr/>
        </p:nvSpPr>
        <p:spPr>
          <a:xfrm>
            <a:off x="11425248" y="6391281"/>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lang="en-US" sz="1200" dirty="0">
                <a:solidFill>
                  <a:srgbClr val="577181"/>
                </a:solidFill>
                <a:latin typeface="Bitstream Charter"/>
                <a:ea typeface="Bitstream Charter"/>
                <a:cs typeface="Bitstream Charter"/>
              </a:rPr>
              <a:t>14</a:t>
            </a:r>
            <a:endParaRPr sz="1200" b="0" dirty="0">
              <a:solidFill>
                <a:srgbClr val="577181"/>
              </a:solidFill>
              <a:latin typeface="Bitstream Charter"/>
              <a:ea typeface="Bitstream Charter"/>
              <a:cs typeface="Bitstream Charter"/>
            </a:endParaRPr>
          </a:p>
        </p:txBody>
      </p:sp>
    </p:spTree>
    <p:extLst>
      <p:ext uri="{BB962C8B-B14F-4D97-AF65-F5344CB8AC3E}">
        <p14:creationId xmlns:p14="http://schemas.microsoft.com/office/powerpoint/2010/main" val="571679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a:extLst>
            <a:ext uri="{FF2B5EF4-FFF2-40B4-BE49-F238E27FC236}">
              <a16:creationId xmlns:a16="http://schemas.microsoft.com/office/drawing/2014/main" id="{C00B0F8C-B142-F2D1-A2C1-EF04297E421E}"/>
            </a:ext>
          </a:extLst>
        </p:cNvPr>
        <p:cNvGrpSpPr/>
        <p:nvPr/>
      </p:nvGrpSpPr>
      <p:grpSpPr>
        <a:xfrm>
          <a:off x="0" y="0"/>
          <a:ext cx="0" cy="0"/>
          <a:chOff x="0" y="0"/>
          <a:chExt cx="0" cy="0"/>
        </a:xfrm>
      </p:grpSpPr>
      <p:graphicFrame>
        <p:nvGraphicFramePr>
          <p:cNvPr id="19" name="Diagram 18">
            <a:extLst>
              <a:ext uri="{FF2B5EF4-FFF2-40B4-BE49-F238E27FC236}">
                <a16:creationId xmlns:a16="http://schemas.microsoft.com/office/drawing/2014/main" id="{92486766-3ECD-7069-0815-5D73B2426E39}"/>
              </a:ext>
            </a:extLst>
          </p:cNvPr>
          <p:cNvGraphicFramePr/>
          <p:nvPr>
            <p:extLst>
              <p:ext uri="{D42A27DB-BD31-4B8C-83A1-F6EECF244321}">
                <p14:modId xmlns:p14="http://schemas.microsoft.com/office/powerpoint/2010/main" val="2031353797"/>
              </p:ext>
            </p:extLst>
          </p:nvPr>
        </p:nvGraphicFramePr>
        <p:xfrm>
          <a:off x="666750" y="719666"/>
          <a:ext cx="11317432" cy="59166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 name="Rectangle 27">
            <a:extLst>
              <a:ext uri="{FF2B5EF4-FFF2-40B4-BE49-F238E27FC236}">
                <a16:creationId xmlns:a16="http://schemas.microsoft.com/office/drawing/2014/main" id="{85A97F08-1977-7A8B-D16A-4E36F214B8B5}"/>
              </a:ext>
            </a:extLst>
          </p:cNvPr>
          <p:cNvSpPr>
            <a:spLocks noGrp="1"/>
          </p:cNvSpPr>
          <p:nvPr/>
        </p:nvSpPr>
        <p:spPr>
          <a:xfrm>
            <a:off x="11125200" y="6219825"/>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lang="en-US" sz="1200" dirty="0">
                <a:solidFill>
                  <a:srgbClr val="577181"/>
                </a:solidFill>
                <a:latin typeface="Bitstream Charter"/>
                <a:ea typeface="Bitstream Charter"/>
                <a:cs typeface="Bitstream Charter"/>
              </a:rPr>
              <a:t>15</a:t>
            </a:r>
            <a:endParaRPr sz="1200" b="0" dirty="0">
              <a:solidFill>
                <a:srgbClr val="577181"/>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F06D5263-A2FF-2EC2-BDE6-CDEBA840FBDD}"/>
              </a:ext>
            </a:extLst>
          </p:cNvPr>
          <p:cNvSpPr>
            <a:spLocks noGrp="1"/>
          </p:cNvSpPr>
          <p:nvPr/>
        </p:nvSpPr>
        <p:spPr>
          <a:xfrm>
            <a:off x="2299854" y="121179"/>
            <a:ext cx="6972300" cy="729191"/>
          </a:xfrm>
          <a:prstGeom prst="rect">
            <a:avLst/>
          </a:prstGeom>
          <a:noFill/>
          <a:ln w="0">
            <a:noFill/>
          </a:ln>
        </p:spPr>
        <p:txBody>
          <a:bodyPr anchor="ctr">
            <a:noAutofit/>
          </a:bodyPr>
          <a:lstStyle/>
          <a:p>
            <a:pPr>
              <a:defRPr sz="3150" b="1">
                <a:solidFill>
                  <a:srgbClr val="173249"/>
                </a:solidFill>
                <a:latin typeface="Bitstream Charter"/>
                <a:ea typeface="Bitstream Charter"/>
                <a:cs typeface="Bitstream Charter"/>
              </a:defRPr>
            </a:pPr>
            <a:r>
              <a:rPr lang="en-US" sz="3150" b="1" dirty="0">
                <a:solidFill>
                  <a:srgbClr val="173249"/>
                </a:solidFill>
                <a:latin typeface="Bitstream Charter"/>
                <a:ea typeface="Bitstream Charter"/>
                <a:cs typeface="Bitstream Charter"/>
              </a:rPr>
              <a:t>Can we trust proxy-estimation method?</a:t>
            </a:r>
            <a:endParaRPr sz="3150" b="1" dirty="0">
              <a:solidFill>
                <a:srgbClr val="173249"/>
              </a:solidFill>
              <a:latin typeface="Bitstream Charter"/>
              <a:ea typeface="Bitstream Charter"/>
              <a:cs typeface="Bitstream Charter"/>
            </a:endParaRPr>
          </a:p>
        </p:txBody>
      </p:sp>
    </p:spTree>
    <p:extLst>
      <p:ext uri="{BB962C8B-B14F-4D97-AF65-F5344CB8AC3E}">
        <p14:creationId xmlns:p14="http://schemas.microsoft.com/office/powerpoint/2010/main" val="3806482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1D2D"/>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3A1965A-652B-46D7-A219-E5F174E73F43}"/>
              </a:ext>
            </a:extLst>
          </p:cNvPr>
          <p:cNvSpPr>
            <a:spLocks noGrp="1"/>
          </p:cNvSpPr>
          <p:nvPr/>
        </p:nvSpPr>
        <p:spPr>
          <a:xfrm>
            <a:off x="11125200" y="6219825"/>
            <a:ext cx="476250" cy="247650"/>
          </a:xfrm>
          <a:prstGeom prst="rect">
            <a:avLst/>
          </a:prstGeom>
          <a:noFill/>
          <a:ln w="0">
            <a:noFill/>
          </a:ln>
        </p:spPr>
        <p:txBody>
          <a:bodyPr anchor="ctr">
            <a:noAutofit/>
          </a:bodyPr>
          <a:lstStyle/>
          <a:p>
            <a:pPr>
              <a:defRPr sz="1200" b="0">
                <a:solidFill>
                  <a:srgbClr val="DEEBE9"/>
                </a:solidFill>
                <a:latin typeface="Bitstream Charter"/>
                <a:ea typeface="Bitstream Charter"/>
                <a:cs typeface="Bitstream Charter"/>
              </a:defRPr>
            </a:pPr>
            <a:r>
              <a:rPr sz="1200" b="0" dirty="0">
                <a:solidFill>
                  <a:srgbClr val="DEEBE9"/>
                </a:solidFill>
                <a:latin typeface="Bitstream Charter"/>
                <a:ea typeface="Bitstream Charter"/>
                <a:cs typeface="Bitstream Charter"/>
              </a:rPr>
              <a:t>1</a:t>
            </a:r>
            <a:r>
              <a:rPr lang="en-US" sz="1200" b="0" dirty="0">
                <a:solidFill>
                  <a:srgbClr val="DEEBE9"/>
                </a:solidFill>
                <a:latin typeface="Bitstream Charter"/>
                <a:ea typeface="Bitstream Charter"/>
                <a:cs typeface="Bitstream Charter"/>
              </a:rPr>
              <a:t>6</a:t>
            </a:r>
            <a:endParaRPr sz="1200" b="0" dirty="0">
              <a:solidFill>
                <a:srgbClr val="DEEBE9"/>
              </a:solidFill>
              <a:latin typeface="Bitstream Charter"/>
              <a:ea typeface="Bitstream Charter"/>
              <a:cs typeface="Bitstream Charter"/>
            </a:endParaRPr>
          </a:p>
        </p:txBody>
      </p:sp>
      <p:sp>
        <p:nvSpPr>
          <p:cNvPr id="2" name="Rectangle 1">
            <a:extLst>
              <a:ext uri="{FF2B5EF4-FFF2-40B4-BE49-F238E27FC236}">
                <a16:creationId xmlns:a16="http://schemas.microsoft.com/office/drawing/2014/main" id="{D66BF85B-AC7C-4120-BE7D-261DA44A5AA2}"/>
              </a:ext>
            </a:extLst>
          </p:cNvPr>
          <p:cNvSpPr>
            <a:spLocks noGrp="1"/>
          </p:cNvSpPr>
          <p:nvPr/>
        </p:nvSpPr>
        <p:spPr>
          <a:xfrm>
            <a:off x="666750" y="342900"/>
            <a:ext cx="9525000" cy="285750"/>
          </a:xfrm>
          <a:prstGeom prst="rect">
            <a:avLst/>
          </a:prstGeom>
          <a:noFill/>
          <a:ln w="0">
            <a:noFill/>
          </a:ln>
        </p:spPr>
        <p:txBody>
          <a:bodyPr anchor="ctr">
            <a:noAutofit/>
          </a:bodyPr>
          <a:lstStyle/>
          <a:p>
            <a:pPr>
              <a:defRPr sz="1200" b="1">
                <a:solidFill>
                  <a:srgbClr val="29B7AD"/>
                </a:solidFill>
                <a:latin typeface="Bitstream Charter"/>
                <a:ea typeface="Bitstream Charter"/>
                <a:cs typeface="Bitstream Charter"/>
              </a:defRPr>
            </a:pPr>
            <a:r>
              <a:rPr sz="1200" b="1">
                <a:solidFill>
                  <a:srgbClr val="29B7AD"/>
                </a:solidFill>
                <a:latin typeface="Bitstream Charter"/>
                <a:ea typeface="Bitstream Charter"/>
                <a:cs typeface="Bitstream Charter"/>
              </a:rPr>
              <a:t>THE NEW FINDING</a:t>
            </a:r>
          </a:p>
        </p:txBody>
      </p:sp>
      <p:sp>
        <p:nvSpPr>
          <p:cNvPr id="3" name="Rectangle 2">
            <a:extLst>
              <a:ext uri="{FF2B5EF4-FFF2-40B4-BE49-F238E27FC236}">
                <a16:creationId xmlns:a16="http://schemas.microsoft.com/office/drawing/2014/main" id="{BF5B4A89-72F4-4281-9732-B9D531CC014C}"/>
              </a:ext>
            </a:extLst>
          </p:cNvPr>
          <p:cNvSpPr>
            <a:spLocks noGrp="1"/>
          </p:cNvSpPr>
          <p:nvPr/>
        </p:nvSpPr>
        <p:spPr>
          <a:xfrm>
            <a:off x="666750" y="742950"/>
            <a:ext cx="10763250" cy="990600"/>
          </a:xfrm>
          <a:prstGeom prst="rect">
            <a:avLst/>
          </a:prstGeom>
          <a:noFill/>
          <a:ln w="0">
            <a:noFill/>
          </a:ln>
        </p:spPr>
        <p:txBody>
          <a:bodyPr anchor="ctr">
            <a:noAutofit/>
          </a:bodyPr>
          <a:lstStyle/>
          <a:p>
            <a:pPr>
              <a:defRPr sz="3150" b="1">
                <a:solidFill>
                  <a:srgbClr val="FFFFFF"/>
                </a:solidFill>
                <a:latin typeface="Bitstream Charter"/>
                <a:ea typeface="Bitstream Charter"/>
                <a:cs typeface="Bitstream Charter"/>
              </a:defRPr>
            </a:pPr>
            <a:r>
              <a:rPr sz="3150" b="1">
                <a:solidFill>
                  <a:srgbClr val="FFFFFF"/>
                </a:solidFill>
                <a:latin typeface="Bitstream Charter"/>
                <a:ea typeface="Bitstream Charter"/>
                <a:cs typeface="Bitstream Charter"/>
              </a:rPr>
              <a:t>External testing changed the research question again</a:t>
            </a:r>
          </a:p>
        </p:txBody>
      </p:sp>
      <p:sp>
        <p:nvSpPr>
          <p:cNvPr id="4" name="Rectangle 3">
            <a:extLst>
              <a:ext uri="{FF2B5EF4-FFF2-40B4-BE49-F238E27FC236}">
                <a16:creationId xmlns:a16="http://schemas.microsoft.com/office/drawing/2014/main" id="{64DD0081-E998-4D58-A7F2-150240C5DBA8}"/>
              </a:ext>
            </a:extLst>
          </p:cNvPr>
          <p:cNvSpPr>
            <a:spLocks noGrp="1"/>
          </p:cNvSpPr>
          <p:nvPr/>
        </p:nvSpPr>
        <p:spPr>
          <a:xfrm>
            <a:off x="762000" y="2476500"/>
            <a:ext cx="3952875" cy="457200"/>
          </a:xfrm>
          <a:prstGeom prst="rect">
            <a:avLst/>
          </a:prstGeom>
          <a:noFill/>
          <a:ln w="0">
            <a:noFill/>
          </a:ln>
        </p:spPr>
        <p:txBody>
          <a:bodyPr anchor="ctr">
            <a:noAutofit/>
          </a:bodyPr>
          <a:lstStyle/>
          <a:p>
            <a:pPr>
              <a:defRPr sz="1500" b="1">
                <a:solidFill>
                  <a:srgbClr val="29B7AD"/>
                </a:solidFill>
                <a:latin typeface="Bitstream Charter"/>
                <a:ea typeface="Bitstream Charter"/>
                <a:cs typeface="Bitstream Charter"/>
              </a:defRPr>
            </a:pPr>
            <a:r>
              <a:rPr sz="1500" b="1">
                <a:solidFill>
                  <a:srgbClr val="29B7AD"/>
                </a:solidFill>
                <a:latin typeface="Bitstream Charter"/>
                <a:ea typeface="Bitstream Charter"/>
                <a:cs typeface="Bitstream Charter"/>
              </a:rPr>
              <a:t>TRAINED HERE</a:t>
            </a:r>
          </a:p>
        </p:txBody>
      </p:sp>
      <p:sp>
        <p:nvSpPr>
          <p:cNvPr id="5" name="Rectangle 4">
            <a:extLst>
              <a:ext uri="{FF2B5EF4-FFF2-40B4-BE49-F238E27FC236}">
                <a16:creationId xmlns:a16="http://schemas.microsoft.com/office/drawing/2014/main" id="{140E2646-CCA0-422F-9EBA-A34572A68483}"/>
              </a:ext>
            </a:extLst>
          </p:cNvPr>
          <p:cNvSpPr>
            <a:spLocks noGrp="1"/>
          </p:cNvSpPr>
          <p:nvPr/>
        </p:nvSpPr>
        <p:spPr>
          <a:xfrm>
            <a:off x="762000" y="3086100"/>
            <a:ext cx="4143375" cy="857250"/>
          </a:xfrm>
          <a:prstGeom prst="rect">
            <a:avLst/>
          </a:prstGeom>
          <a:noFill/>
          <a:ln w="0">
            <a:noFill/>
          </a:ln>
        </p:spPr>
        <p:txBody>
          <a:bodyPr anchor="ctr">
            <a:noAutofit/>
          </a:bodyPr>
          <a:lstStyle/>
          <a:p>
            <a:pPr>
              <a:defRPr sz="3525" b="1">
                <a:solidFill>
                  <a:srgbClr val="FFFFFF"/>
                </a:solidFill>
                <a:latin typeface="Bitstream Charter"/>
                <a:ea typeface="Bitstream Charter"/>
                <a:cs typeface="Bitstream Charter"/>
              </a:defRPr>
            </a:pPr>
            <a:r>
              <a:rPr sz="3525" b="1">
                <a:solidFill>
                  <a:srgbClr val="FFFFFF"/>
                </a:solidFill>
                <a:latin typeface="Bitstream Charter"/>
                <a:ea typeface="Bitstream Charter"/>
                <a:cs typeface="Bitstream Charter"/>
              </a:rPr>
              <a:t>UofL cohort</a:t>
            </a:r>
          </a:p>
        </p:txBody>
      </p:sp>
      <p:sp>
        <p:nvSpPr>
          <p:cNvPr id="6" name="Rectangle 5">
            <a:extLst>
              <a:ext uri="{FF2B5EF4-FFF2-40B4-BE49-F238E27FC236}">
                <a16:creationId xmlns:a16="http://schemas.microsoft.com/office/drawing/2014/main" id="{7400AC66-6AD0-474B-8B2E-D0E4E6B76E44}"/>
              </a:ext>
            </a:extLst>
          </p:cNvPr>
          <p:cNvSpPr>
            <a:spLocks noGrp="1"/>
          </p:cNvSpPr>
          <p:nvPr/>
        </p:nvSpPr>
        <p:spPr>
          <a:xfrm>
            <a:off x="7296150" y="2476500"/>
            <a:ext cx="4095750" cy="457200"/>
          </a:xfrm>
          <a:prstGeom prst="rect">
            <a:avLst/>
          </a:prstGeom>
          <a:noFill/>
          <a:ln w="0">
            <a:noFill/>
          </a:ln>
        </p:spPr>
        <p:txBody>
          <a:bodyPr anchor="ctr">
            <a:noAutofit/>
          </a:bodyPr>
          <a:lstStyle/>
          <a:p>
            <a:pPr>
              <a:defRPr sz="1500" b="1">
                <a:solidFill>
                  <a:srgbClr val="29B7AD"/>
                </a:solidFill>
                <a:latin typeface="Bitstream Charter"/>
                <a:ea typeface="Bitstream Charter"/>
                <a:cs typeface="Bitstream Charter"/>
              </a:defRPr>
            </a:pPr>
            <a:r>
              <a:rPr sz="1500" b="1">
                <a:solidFill>
                  <a:srgbClr val="29B7AD"/>
                </a:solidFill>
                <a:latin typeface="Bitstream Charter"/>
                <a:ea typeface="Bitstream Charter"/>
                <a:cs typeface="Bitstream Charter"/>
              </a:rPr>
              <a:t>TESTED THERE</a:t>
            </a:r>
          </a:p>
        </p:txBody>
      </p:sp>
      <p:sp>
        <p:nvSpPr>
          <p:cNvPr id="7" name="Rectangle 6">
            <a:extLst>
              <a:ext uri="{FF2B5EF4-FFF2-40B4-BE49-F238E27FC236}">
                <a16:creationId xmlns:a16="http://schemas.microsoft.com/office/drawing/2014/main" id="{6253FF87-5D1F-47DC-8B00-136FBAEE37D8}"/>
              </a:ext>
            </a:extLst>
          </p:cNvPr>
          <p:cNvSpPr>
            <a:spLocks noGrp="1"/>
          </p:cNvSpPr>
          <p:nvPr/>
        </p:nvSpPr>
        <p:spPr>
          <a:xfrm>
            <a:off x="7296150" y="3086100"/>
            <a:ext cx="4143375" cy="857250"/>
          </a:xfrm>
          <a:prstGeom prst="rect">
            <a:avLst/>
          </a:prstGeom>
          <a:noFill/>
          <a:ln w="0">
            <a:noFill/>
          </a:ln>
        </p:spPr>
        <p:txBody>
          <a:bodyPr anchor="ctr">
            <a:noAutofit/>
          </a:bodyPr>
          <a:lstStyle/>
          <a:p>
            <a:pPr>
              <a:defRPr sz="3525" b="1">
                <a:solidFill>
                  <a:srgbClr val="FFFFFF"/>
                </a:solidFill>
                <a:latin typeface="Bitstream Charter"/>
                <a:ea typeface="Bitstream Charter"/>
                <a:cs typeface="Bitstream Charter"/>
              </a:defRPr>
            </a:pPr>
            <a:r>
              <a:rPr sz="3525" b="1">
                <a:solidFill>
                  <a:srgbClr val="FFFFFF"/>
                </a:solidFill>
                <a:latin typeface="Bitstream Charter"/>
                <a:ea typeface="Bitstream Charter"/>
                <a:cs typeface="Bitstream Charter"/>
              </a:rPr>
              <a:t>Public cohort</a:t>
            </a:r>
          </a:p>
        </p:txBody>
      </p:sp>
      <p:sp>
        <p:nvSpPr>
          <p:cNvPr id="8" name="Rectangle 7">
            <a:extLst>
              <a:ext uri="{FF2B5EF4-FFF2-40B4-BE49-F238E27FC236}">
                <a16:creationId xmlns:a16="http://schemas.microsoft.com/office/drawing/2014/main" id="{E4ADDE21-F7CB-475D-9614-C6639AF90FBF}"/>
              </a:ext>
            </a:extLst>
          </p:cNvPr>
          <p:cNvSpPr>
            <a:spLocks noGrp="1"/>
          </p:cNvSpPr>
          <p:nvPr/>
        </p:nvSpPr>
        <p:spPr>
          <a:xfrm>
            <a:off x="5238750" y="2886075"/>
            <a:ext cx="1428750" cy="47625"/>
          </a:xfrm>
          <a:prstGeom prst="rect">
            <a:avLst/>
          </a:prstGeom>
          <a:solidFill>
            <a:srgbClr val="F09A73"/>
          </a:solidFill>
          <a:ln w="0">
            <a:noFill/>
          </a:ln>
        </p:spPr>
        <p:txBody>
          <a:bodyPr/>
          <a:lstStyle/>
          <a:p>
            <a:endParaRPr lang="en-US"/>
          </a:p>
        </p:txBody>
      </p:sp>
      <p:sp>
        <p:nvSpPr>
          <p:cNvPr id="9" name="Rectangle 8">
            <a:extLst>
              <a:ext uri="{FF2B5EF4-FFF2-40B4-BE49-F238E27FC236}">
                <a16:creationId xmlns:a16="http://schemas.microsoft.com/office/drawing/2014/main" id="{F3FF01DF-1901-4728-A06B-D44A0FB34008}"/>
              </a:ext>
            </a:extLst>
          </p:cNvPr>
          <p:cNvSpPr>
            <a:spLocks noGrp="1"/>
          </p:cNvSpPr>
          <p:nvPr/>
        </p:nvSpPr>
        <p:spPr>
          <a:xfrm>
            <a:off x="781050" y="4705350"/>
            <a:ext cx="10382250" cy="904875"/>
          </a:xfrm>
          <a:prstGeom prst="rect">
            <a:avLst/>
          </a:prstGeom>
          <a:noFill/>
          <a:ln w="0">
            <a:noFill/>
          </a:ln>
        </p:spPr>
        <p:txBody>
          <a:bodyPr anchor="ctr">
            <a:noAutofit/>
          </a:bodyPr>
          <a:lstStyle/>
          <a:p>
            <a:pPr>
              <a:defRPr sz="3000" b="1">
                <a:solidFill>
                  <a:srgbClr val="DEEBE9"/>
                </a:solidFill>
                <a:latin typeface="Bitstream Charter"/>
                <a:ea typeface="Bitstream Charter"/>
                <a:cs typeface="Bitstream Charter"/>
              </a:defRPr>
            </a:pPr>
            <a:r>
              <a:rPr sz="3000" b="1">
                <a:solidFill>
                  <a:srgbClr val="DEEBE9"/>
                </a:solidFill>
                <a:latin typeface="Bitstream Charter"/>
                <a:ea typeface="Bitstream Charter"/>
                <a:cs typeface="Bitstream Charter"/>
              </a:rPr>
              <a:t>Why did performance change across datasets?</a:t>
            </a:r>
          </a:p>
        </p:txBody>
      </p:sp>
    </p:spTree>
    <p:extLst>
      <p:ext uri="{BB962C8B-B14F-4D97-AF65-F5344CB8AC3E}">
        <p14:creationId xmlns:p14="http://schemas.microsoft.com/office/powerpoint/2010/main" val="2088459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a:extLst>
            <a:ext uri="{FF2B5EF4-FFF2-40B4-BE49-F238E27FC236}">
              <a16:creationId xmlns:a16="http://schemas.microsoft.com/office/drawing/2014/main" id="{88A8E859-F9A5-BEC3-5D95-8ADFC8D1ECCF}"/>
            </a:ext>
          </a:extLst>
        </p:cNvPr>
        <p:cNvGrpSpPr/>
        <p:nvPr/>
      </p:nvGrpSpPr>
      <p:grpSpPr>
        <a:xfrm>
          <a:off x="0" y="0"/>
          <a:ext cx="0" cy="0"/>
          <a:chOff x="0" y="0"/>
          <a:chExt cx="0" cy="0"/>
        </a:xfrm>
      </p:grpSpPr>
      <p:graphicFrame>
        <p:nvGraphicFramePr>
          <p:cNvPr id="19" name="Diagram 18">
            <a:extLst>
              <a:ext uri="{FF2B5EF4-FFF2-40B4-BE49-F238E27FC236}">
                <a16:creationId xmlns:a16="http://schemas.microsoft.com/office/drawing/2014/main" id="{07022A27-7012-CDBA-9093-0539BDA9B791}"/>
              </a:ext>
            </a:extLst>
          </p:cNvPr>
          <p:cNvGraphicFramePr/>
          <p:nvPr>
            <p:extLst>
              <p:ext uri="{D42A27DB-BD31-4B8C-83A1-F6EECF244321}">
                <p14:modId xmlns:p14="http://schemas.microsoft.com/office/powerpoint/2010/main" val="1182528198"/>
              </p:ext>
            </p:extLst>
          </p:nvPr>
        </p:nvGraphicFramePr>
        <p:xfrm>
          <a:off x="666750" y="719666"/>
          <a:ext cx="11317432" cy="59166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 name="Rectangle 27">
            <a:extLst>
              <a:ext uri="{FF2B5EF4-FFF2-40B4-BE49-F238E27FC236}">
                <a16:creationId xmlns:a16="http://schemas.microsoft.com/office/drawing/2014/main" id="{69929E3B-3D98-D2D9-A51A-D56D1915958C}"/>
              </a:ext>
            </a:extLst>
          </p:cNvPr>
          <p:cNvSpPr>
            <a:spLocks noGrp="1"/>
          </p:cNvSpPr>
          <p:nvPr/>
        </p:nvSpPr>
        <p:spPr>
          <a:xfrm>
            <a:off x="11125200" y="6219825"/>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lang="en-US" sz="1200" dirty="0">
                <a:solidFill>
                  <a:srgbClr val="577181"/>
                </a:solidFill>
                <a:latin typeface="Bitstream Charter"/>
                <a:ea typeface="Bitstream Charter"/>
                <a:cs typeface="Bitstream Charter"/>
              </a:rPr>
              <a:t>17</a:t>
            </a:r>
            <a:endParaRPr sz="1200" b="0" dirty="0">
              <a:solidFill>
                <a:srgbClr val="577181"/>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96D460CE-1B1C-9E73-DFF4-EE378B6ECEFC}"/>
              </a:ext>
            </a:extLst>
          </p:cNvPr>
          <p:cNvSpPr>
            <a:spLocks noGrp="1"/>
          </p:cNvSpPr>
          <p:nvPr/>
        </p:nvSpPr>
        <p:spPr>
          <a:xfrm>
            <a:off x="1357745" y="121179"/>
            <a:ext cx="10167505" cy="729191"/>
          </a:xfrm>
          <a:prstGeom prst="rect">
            <a:avLst/>
          </a:prstGeom>
          <a:noFill/>
          <a:ln w="0">
            <a:noFill/>
          </a:ln>
        </p:spPr>
        <p:txBody>
          <a:bodyPr anchor="ctr">
            <a:noAutofit/>
          </a:bodyPr>
          <a:lstStyle/>
          <a:p>
            <a:pPr>
              <a:defRPr sz="3150" b="1">
                <a:solidFill>
                  <a:srgbClr val="173249"/>
                </a:solidFill>
                <a:latin typeface="Bitstream Charter"/>
                <a:ea typeface="Bitstream Charter"/>
                <a:cs typeface="Bitstream Charter"/>
              </a:defRPr>
            </a:pPr>
            <a:r>
              <a:rPr lang="en-US" sz="3150" b="1" dirty="0">
                <a:solidFill>
                  <a:srgbClr val="173249"/>
                </a:solidFill>
                <a:latin typeface="Bitstream Charter"/>
                <a:ea typeface="Bitstream Charter"/>
                <a:cs typeface="Bitstream Charter"/>
              </a:rPr>
              <a:t>How to generalize our model and overcome domain gaps</a:t>
            </a:r>
            <a:endParaRPr sz="3150" b="1" dirty="0">
              <a:solidFill>
                <a:srgbClr val="173249"/>
              </a:solidFill>
              <a:latin typeface="Bitstream Charter"/>
              <a:ea typeface="Bitstream Charter"/>
              <a:cs typeface="Bitstream Charter"/>
            </a:endParaRPr>
          </a:p>
        </p:txBody>
      </p:sp>
    </p:spTree>
    <p:extLst>
      <p:ext uri="{BB962C8B-B14F-4D97-AF65-F5344CB8AC3E}">
        <p14:creationId xmlns:p14="http://schemas.microsoft.com/office/powerpoint/2010/main" val="3133378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
        <p:nvSpPr>
          <p:cNvPr id="3" name="Rectangle 2">
            <a:extLst>
              <a:ext uri="{FF2B5EF4-FFF2-40B4-BE49-F238E27FC236}">
                <a16:creationId xmlns:a16="http://schemas.microsoft.com/office/drawing/2014/main" id="{BF5A0D34-D5CC-817B-D622-E500432FCF73}"/>
              </a:ext>
            </a:extLst>
          </p:cNvPr>
          <p:cNvSpPr>
            <a:spLocks noGrp="1"/>
          </p:cNvSpPr>
          <p:nvPr/>
        </p:nvSpPr>
        <p:spPr>
          <a:xfrm>
            <a:off x="11353804" y="6376993"/>
            <a:ext cx="476250" cy="247650"/>
          </a:xfrm>
          <a:prstGeom prst="rect">
            <a:avLst/>
          </a:prstGeom>
          <a:noFill/>
          <a:ln w="0">
            <a:noFill/>
          </a:ln>
        </p:spPr>
        <p:txBody>
          <a:bodyPr anchor="ctr">
            <a:noAutofit/>
          </a:bodyPr>
          <a:lstStyle/>
          <a:p>
            <a:pPr>
              <a:defRPr sz="1200" b="0">
                <a:solidFill>
                  <a:srgbClr val="577181"/>
                </a:solidFill>
                <a:latin typeface="Bitstream Charter"/>
                <a:ea typeface="Bitstream Charter"/>
                <a:cs typeface="Bitstream Charter"/>
              </a:defRPr>
            </a:pPr>
            <a:r>
              <a:rPr lang="en-US" sz="1200" dirty="0">
                <a:solidFill>
                  <a:srgbClr val="577181"/>
                </a:solidFill>
                <a:latin typeface="Bitstream Charter"/>
                <a:ea typeface="Bitstream Charter"/>
                <a:cs typeface="Bitstream Charter"/>
              </a:rPr>
              <a:t>18</a:t>
            </a:r>
            <a:endParaRPr sz="1200" b="0" dirty="0">
              <a:solidFill>
                <a:srgbClr val="577181"/>
              </a:solidFill>
              <a:latin typeface="Bitstream Charter"/>
              <a:ea typeface="Bitstream Charter"/>
              <a:cs typeface="Bitstream Charter"/>
            </a:endParaRPr>
          </a:p>
        </p:txBody>
      </p:sp>
    </p:spTree>
    <p:extLst>
      <p:ext uri="{BB962C8B-B14F-4D97-AF65-F5344CB8AC3E}">
        <p14:creationId xmlns:p14="http://schemas.microsoft.com/office/powerpoint/2010/main" val="231404753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1281</TotalTime>
  <Words>2304</Words>
  <Application>Microsoft Macintosh PowerPoint</Application>
  <DocSecurity>0</DocSecurity>
  <PresentationFormat>Widescreen</PresentationFormat>
  <Paragraphs>218</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Aptos</vt:lpstr>
      <vt:lpstr>Bitstream Charter</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Bolhassani, Mahyar</cp:lastModifiedBy>
  <cp:revision>6</cp:revision>
  <dcterms:created xsi:type="dcterms:W3CDTF">2026-09-28T22:26:12Z</dcterms:created>
  <dcterms:modified xsi:type="dcterms:W3CDTF">2026-10-02T16:59:42Z</dcterms:modified>
</cp:coreProperties>
</file>